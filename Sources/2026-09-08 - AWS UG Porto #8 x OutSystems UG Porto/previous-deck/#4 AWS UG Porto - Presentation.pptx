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  <p:embeddedFont>
      <p:font typeface="Montserrat"/>
      <p:regular r:id="rId14"/>
      <p:bold r:id="rId15"/>
      <p:italic r:id="rId16"/>
      <p:boldItalic r:id="rId17"/>
    </p:embeddedFont>
    <p:embeddedFont>
      <p:font typeface="Oi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r7/h5dAobXw1Dx/rCI0928JUI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19" Type="http://customschemas.google.com/relationships/presentationmetadata" Target="metadata"/><Relationship Id="rId18" Type="http://schemas.openxmlformats.org/officeDocument/2006/relationships/font" Target="fonts/Oi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0f6b6665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90f6b66657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300" lIns="182875" spcFirstLastPara="1" rIns="182875" wrap="square" tIns="1463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lv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16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2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4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33"/>
          <p:cNvSpPr txBox="1"/>
          <p:nvPr>
            <p:ph idx="11" type="ftr"/>
          </p:nvPr>
        </p:nvSpPr>
        <p:spPr>
          <a:xfrm>
            <a:off x="523539" y="6362188"/>
            <a:ext cx="184174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eSpeaker">
  <p:cSld name="Title_OneSpeak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 txBox="1"/>
          <p:nvPr>
            <p:ph type="title"/>
          </p:nvPr>
        </p:nvSpPr>
        <p:spPr>
          <a:xfrm>
            <a:off x="269240" y="2409712"/>
            <a:ext cx="8718498" cy="15421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" type="body"/>
          </p:nvPr>
        </p:nvSpPr>
        <p:spPr>
          <a:xfrm>
            <a:off x="272364" y="4540250"/>
            <a:ext cx="8715373" cy="38697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2" type="body"/>
          </p:nvPr>
        </p:nvSpPr>
        <p:spPr>
          <a:xfrm>
            <a:off x="272364" y="4918490"/>
            <a:ext cx="8715373" cy="81083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3" type="body"/>
          </p:nvPr>
        </p:nvSpPr>
        <p:spPr>
          <a:xfrm>
            <a:off x="269239" y="1403705"/>
            <a:ext cx="8718498" cy="4571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233"/>
              </a:spcBef>
              <a:spcAft>
                <a:spcPts val="0"/>
              </a:spcAft>
              <a:buSzPts val="1400"/>
              <a:buNone/>
              <a:defRPr b="1" i="0" sz="1167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4" type="body"/>
          </p:nvPr>
        </p:nvSpPr>
        <p:spPr>
          <a:xfrm>
            <a:off x="269239" y="1987555"/>
            <a:ext cx="8718498" cy="4571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233"/>
              </a:spcBef>
              <a:spcAft>
                <a:spcPts val="0"/>
              </a:spcAft>
              <a:buSzPts val="1400"/>
              <a:buNone/>
              <a:defRPr b="1" i="0" sz="1167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Subtitle">
  <p:cSld name="Title_and_Subtitle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269875" y="289511"/>
            <a:ext cx="11652356" cy="6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" type="body"/>
          </p:nvPr>
        </p:nvSpPr>
        <p:spPr>
          <a:xfrm>
            <a:off x="269875" y="960576"/>
            <a:ext cx="11652250" cy="4800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333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Icons">
  <p:cSld name="5 Icons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/>
          <p:nvPr>
            <p:ph idx="2" type="pic"/>
          </p:nvPr>
        </p:nvSpPr>
        <p:spPr>
          <a:xfrm>
            <a:off x="1110512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3"/>
          <p:cNvSpPr/>
          <p:nvPr>
            <p:ph idx="3" type="pic"/>
          </p:nvPr>
        </p:nvSpPr>
        <p:spPr>
          <a:xfrm>
            <a:off x="3222256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3"/>
          <p:cNvSpPr/>
          <p:nvPr>
            <p:ph idx="4" type="pic"/>
          </p:nvPr>
        </p:nvSpPr>
        <p:spPr>
          <a:xfrm>
            <a:off x="5334000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3"/>
          <p:cNvSpPr/>
          <p:nvPr>
            <p:ph idx="5" type="pic"/>
          </p:nvPr>
        </p:nvSpPr>
        <p:spPr>
          <a:xfrm>
            <a:off x="7445744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3"/>
          <p:cNvSpPr/>
          <p:nvPr>
            <p:ph idx="6" type="pic"/>
          </p:nvPr>
        </p:nvSpPr>
        <p:spPr>
          <a:xfrm>
            <a:off x="9557488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3"/>
          <p:cNvSpPr txBox="1"/>
          <p:nvPr>
            <p:ph idx="1" type="body"/>
          </p:nvPr>
        </p:nvSpPr>
        <p:spPr>
          <a:xfrm>
            <a:off x="1109927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7" type="body"/>
          </p:nvPr>
        </p:nvSpPr>
        <p:spPr>
          <a:xfrm>
            <a:off x="3222256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8" type="body"/>
          </p:nvPr>
        </p:nvSpPr>
        <p:spPr>
          <a:xfrm>
            <a:off x="5334584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9" type="body"/>
          </p:nvPr>
        </p:nvSpPr>
        <p:spPr>
          <a:xfrm>
            <a:off x="7446913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3" type="body"/>
          </p:nvPr>
        </p:nvSpPr>
        <p:spPr>
          <a:xfrm>
            <a:off x="9559241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4" type="body"/>
          </p:nvPr>
        </p:nvSpPr>
        <p:spPr>
          <a:xfrm>
            <a:off x="1109927" y="4185093"/>
            <a:ext cx="152400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5" type="body"/>
          </p:nvPr>
        </p:nvSpPr>
        <p:spPr>
          <a:xfrm>
            <a:off x="3222256" y="4185093"/>
            <a:ext cx="1524000" cy="1384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6" type="body"/>
          </p:nvPr>
        </p:nvSpPr>
        <p:spPr>
          <a:xfrm>
            <a:off x="5334584" y="4185093"/>
            <a:ext cx="1524000" cy="1384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7" type="body"/>
          </p:nvPr>
        </p:nvSpPr>
        <p:spPr>
          <a:xfrm>
            <a:off x="7446913" y="4185093"/>
            <a:ext cx="1524000" cy="1154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8" type="body"/>
          </p:nvPr>
        </p:nvSpPr>
        <p:spPr>
          <a:xfrm>
            <a:off x="9559241" y="4185093"/>
            <a:ext cx="1524000" cy="1384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type="title"/>
          </p:nvPr>
        </p:nvSpPr>
        <p:spPr>
          <a:xfrm>
            <a:off x="269875" y="285750"/>
            <a:ext cx="11652356" cy="67118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hank_You">
  <p:cSld name="2_Thank_You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/>
        </p:nvSpPr>
        <p:spPr>
          <a:xfrm>
            <a:off x="269875" y="1841500"/>
            <a:ext cx="9978761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152400" spcFirstLastPara="1" rIns="121900" wrap="square" tIns="762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83"/>
              <a:buFont typeface="Arial"/>
              <a:buNone/>
            </a:pPr>
            <a:r>
              <a:rPr b="0" i="0" lang="en-US" sz="958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2"/>
          <p:cNvSpPr txBox="1"/>
          <p:nvPr>
            <p:ph idx="1" type="body"/>
          </p:nvPr>
        </p:nvSpPr>
        <p:spPr>
          <a:xfrm>
            <a:off x="269875" y="3434077"/>
            <a:ext cx="5521325" cy="44577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2" type="body"/>
          </p:nvPr>
        </p:nvSpPr>
        <p:spPr>
          <a:xfrm>
            <a:off x="269875" y="3953310"/>
            <a:ext cx="5521325" cy="176169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>
  <p:cSld name="Agenda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idx="1" type="body"/>
          </p:nvPr>
        </p:nvSpPr>
        <p:spPr>
          <a:xfrm>
            <a:off x="269875" y="1397000"/>
            <a:ext cx="11668125" cy="342484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SzPts val="1400"/>
              <a:buNone/>
              <a:defRPr sz="2667"/>
            </a:lvl2pPr>
            <a:lvl3pPr indent="-228600" lvl="2" marL="137160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SzPts val="1400"/>
              <a:buNone/>
              <a:defRPr sz="2667"/>
            </a:lvl3pPr>
            <a:lvl4pPr indent="-228600" lvl="3" marL="182880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SzPts val="1400"/>
              <a:buNone/>
              <a:defRPr sz="2667"/>
            </a:lvl4pPr>
            <a:lvl5pPr indent="-228600" lvl="4" marL="228600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SzPts val="1400"/>
              <a:buNone/>
              <a:defRPr sz="2667"/>
            </a:lvl5pPr>
            <a:lvl6pPr indent="-342900" lvl="5" marL="27432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type="title"/>
          </p:nvPr>
        </p:nvSpPr>
        <p:spPr>
          <a:xfrm>
            <a:off x="269875" y="289720"/>
            <a:ext cx="11654896" cy="729234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_Only" showMasterSp="0">
  <p:cSld name="2_Title_Only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9"/>
          <p:cNvSpPr txBox="1"/>
          <p:nvPr>
            <p:ph type="title"/>
          </p:nvPr>
        </p:nvSpPr>
        <p:spPr>
          <a:xfrm>
            <a:off x="269875" y="285750"/>
            <a:ext cx="11652356" cy="680041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Only" showMasterSp="0">
  <p:cSld name="1_Title_Only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/>
          <p:nvPr>
            <p:ph type="title"/>
          </p:nvPr>
        </p:nvSpPr>
        <p:spPr>
          <a:xfrm>
            <a:off x="269875" y="285750"/>
            <a:ext cx="11652356" cy="680041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and_Subtitle" showMasterSp="0">
  <p:cSld name="1_Title_and_Subtitle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2"/>
          <p:cNvSpPr txBox="1"/>
          <p:nvPr>
            <p:ph type="title"/>
          </p:nvPr>
        </p:nvSpPr>
        <p:spPr>
          <a:xfrm>
            <a:off x="269875" y="289511"/>
            <a:ext cx="11652356" cy="6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" type="body"/>
          </p:nvPr>
        </p:nvSpPr>
        <p:spPr>
          <a:xfrm>
            <a:off x="269875" y="960576"/>
            <a:ext cx="11652250" cy="4800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333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0" name="Google Shape;6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5 Icons" showMasterSp="0">
  <p:cSld name="1_5 Icons"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/>
          <p:nvPr>
            <p:ph idx="2" type="pic"/>
          </p:nvPr>
        </p:nvSpPr>
        <p:spPr>
          <a:xfrm>
            <a:off x="1110512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44"/>
          <p:cNvSpPr/>
          <p:nvPr>
            <p:ph idx="3" type="pic"/>
          </p:nvPr>
        </p:nvSpPr>
        <p:spPr>
          <a:xfrm>
            <a:off x="3222256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/>
          <p:nvPr>
            <p:ph idx="4" type="pic"/>
          </p:nvPr>
        </p:nvSpPr>
        <p:spPr>
          <a:xfrm>
            <a:off x="5334000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44"/>
          <p:cNvSpPr/>
          <p:nvPr>
            <p:ph idx="5" type="pic"/>
          </p:nvPr>
        </p:nvSpPr>
        <p:spPr>
          <a:xfrm>
            <a:off x="7445744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4"/>
          <p:cNvSpPr/>
          <p:nvPr>
            <p:ph idx="6" type="pic"/>
          </p:nvPr>
        </p:nvSpPr>
        <p:spPr>
          <a:xfrm>
            <a:off x="9557488" y="2011932"/>
            <a:ext cx="1524000" cy="461793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44"/>
          <p:cNvSpPr txBox="1"/>
          <p:nvPr>
            <p:ph idx="1" type="body"/>
          </p:nvPr>
        </p:nvSpPr>
        <p:spPr>
          <a:xfrm>
            <a:off x="1109927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4"/>
          <p:cNvSpPr txBox="1"/>
          <p:nvPr>
            <p:ph idx="7" type="body"/>
          </p:nvPr>
        </p:nvSpPr>
        <p:spPr>
          <a:xfrm>
            <a:off x="3222256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44"/>
          <p:cNvSpPr txBox="1"/>
          <p:nvPr>
            <p:ph idx="8" type="body"/>
          </p:nvPr>
        </p:nvSpPr>
        <p:spPr>
          <a:xfrm>
            <a:off x="5334584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9" type="body"/>
          </p:nvPr>
        </p:nvSpPr>
        <p:spPr>
          <a:xfrm>
            <a:off x="7446913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3" type="body"/>
          </p:nvPr>
        </p:nvSpPr>
        <p:spPr>
          <a:xfrm>
            <a:off x="9559241" y="3429000"/>
            <a:ext cx="1524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33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4" type="body"/>
          </p:nvPr>
        </p:nvSpPr>
        <p:spPr>
          <a:xfrm>
            <a:off x="1109927" y="4185093"/>
            <a:ext cx="152400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5" type="body"/>
          </p:nvPr>
        </p:nvSpPr>
        <p:spPr>
          <a:xfrm>
            <a:off x="3222256" y="4185093"/>
            <a:ext cx="1524000" cy="1384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6" type="body"/>
          </p:nvPr>
        </p:nvSpPr>
        <p:spPr>
          <a:xfrm>
            <a:off x="5334584" y="4185093"/>
            <a:ext cx="1524000" cy="1384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4"/>
          <p:cNvSpPr txBox="1"/>
          <p:nvPr>
            <p:ph idx="17" type="body"/>
          </p:nvPr>
        </p:nvSpPr>
        <p:spPr>
          <a:xfrm>
            <a:off x="7446913" y="4185093"/>
            <a:ext cx="1524000" cy="1154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8" type="body"/>
          </p:nvPr>
        </p:nvSpPr>
        <p:spPr>
          <a:xfrm>
            <a:off x="9559241" y="4185093"/>
            <a:ext cx="1524000" cy="1384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type="title"/>
          </p:nvPr>
        </p:nvSpPr>
        <p:spPr>
          <a:xfrm>
            <a:off x="269875" y="285750"/>
            <a:ext cx="11652356" cy="67118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Content" showMasterSp="0">
  <p:cSld name="Title_and_Content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5"/>
          <p:cNvSpPr txBox="1"/>
          <p:nvPr>
            <p:ph idx="1" type="body"/>
          </p:nvPr>
        </p:nvSpPr>
        <p:spPr>
          <a:xfrm>
            <a:off x="269875" y="1391463"/>
            <a:ext cx="11652356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type="title"/>
          </p:nvPr>
        </p:nvSpPr>
        <p:spPr>
          <a:xfrm>
            <a:off x="269875" y="285750"/>
            <a:ext cx="11652356" cy="688901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ubtitle_and_Content" showMasterSp="0">
  <p:cSld name="Title_Subtitle_and_Conten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6"/>
          <p:cNvSpPr txBox="1"/>
          <p:nvPr>
            <p:ph idx="1" type="body"/>
          </p:nvPr>
        </p:nvSpPr>
        <p:spPr>
          <a:xfrm>
            <a:off x="269875" y="1681024"/>
            <a:ext cx="11652356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6"/>
          <p:cNvSpPr txBox="1"/>
          <p:nvPr>
            <p:ph type="title"/>
          </p:nvPr>
        </p:nvSpPr>
        <p:spPr>
          <a:xfrm>
            <a:off x="269875" y="289511"/>
            <a:ext cx="11652356" cy="6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2" type="body"/>
          </p:nvPr>
        </p:nvSpPr>
        <p:spPr>
          <a:xfrm>
            <a:off x="269875" y="960576"/>
            <a:ext cx="11652250" cy="4800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333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7" name="Google Shape;8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ulleted_Content" showMasterSp="0">
  <p:cSld name="Title_and_Bulleted_Content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7"/>
          <p:cNvSpPr txBox="1"/>
          <p:nvPr>
            <p:ph idx="1" type="body"/>
          </p:nvPr>
        </p:nvSpPr>
        <p:spPr>
          <a:xfrm>
            <a:off x="269875" y="1391463"/>
            <a:ext cx="11652538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/>
            </a:lvl3pPr>
            <a:lvl4pPr indent="-32385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4pPr>
            <a:lvl5pPr indent="-32385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7"/>
          <p:cNvSpPr txBox="1"/>
          <p:nvPr>
            <p:ph type="title"/>
          </p:nvPr>
        </p:nvSpPr>
        <p:spPr>
          <a:xfrm>
            <a:off x="269875" y="285750"/>
            <a:ext cx="11652356" cy="688901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1" name="Google Shape;9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ubtitle_and_Bulleted_Content" showMasterSp="0">
  <p:cSld name="Title_Subtitle_and_Bulleted_Content"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8"/>
          <p:cNvSpPr txBox="1"/>
          <p:nvPr>
            <p:ph idx="1" type="body"/>
          </p:nvPr>
        </p:nvSpPr>
        <p:spPr>
          <a:xfrm>
            <a:off x="269875" y="1682489"/>
            <a:ext cx="11652538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800"/>
              <a:buFont typeface="Times New Roman"/>
              <a:buChar char="–"/>
              <a:defRPr/>
            </a:lvl3pPr>
            <a:lvl4pPr indent="-32385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4pPr>
            <a:lvl5pPr indent="-32385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48"/>
          <p:cNvSpPr txBox="1"/>
          <p:nvPr>
            <p:ph type="title"/>
          </p:nvPr>
        </p:nvSpPr>
        <p:spPr>
          <a:xfrm>
            <a:off x="269875" y="289511"/>
            <a:ext cx="11652356" cy="6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8"/>
          <p:cNvSpPr txBox="1"/>
          <p:nvPr>
            <p:ph idx="2" type="body"/>
          </p:nvPr>
        </p:nvSpPr>
        <p:spPr>
          <a:xfrm>
            <a:off x="269875" y="960576"/>
            <a:ext cx="11652250" cy="4800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333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6" name="Google Shape;9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showMasterSp="0">
  <p:cSld name="Two_Column"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/>
          <p:nvPr>
            <p:ph idx="1" type="body"/>
          </p:nvPr>
        </p:nvSpPr>
        <p:spPr>
          <a:xfrm>
            <a:off x="269875" y="1391463"/>
            <a:ext cx="5715000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9"/>
          <p:cNvSpPr txBox="1"/>
          <p:nvPr>
            <p:ph idx="2" type="body"/>
          </p:nvPr>
        </p:nvSpPr>
        <p:spPr>
          <a:xfrm>
            <a:off x="6210079" y="1391463"/>
            <a:ext cx="5715000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9"/>
          <p:cNvSpPr txBox="1"/>
          <p:nvPr>
            <p:ph type="title"/>
          </p:nvPr>
        </p:nvSpPr>
        <p:spPr>
          <a:xfrm>
            <a:off x="269875" y="285750"/>
            <a:ext cx="11652356" cy="71548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1" name="Google Shape;10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_with_Subtitle" showMasterSp="0">
  <p:cSld name="Two_Column_with_Subtitle"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 txBox="1"/>
          <p:nvPr>
            <p:ph idx="1" type="body"/>
          </p:nvPr>
        </p:nvSpPr>
        <p:spPr>
          <a:xfrm>
            <a:off x="269875" y="1683488"/>
            <a:ext cx="5715000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50"/>
          <p:cNvSpPr txBox="1"/>
          <p:nvPr>
            <p:ph idx="2" type="body"/>
          </p:nvPr>
        </p:nvSpPr>
        <p:spPr>
          <a:xfrm>
            <a:off x="6210079" y="1683488"/>
            <a:ext cx="5715000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50"/>
          <p:cNvSpPr txBox="1"/>
          <p:nvPr>
            <p:ph type="title"/>
          </p:nvPr>
        </p:nvSpPr>
        <p:spPr>
          <a:xfrm>
            <a:off x="269875" y="289511"/>
            <a:ext cx="11652356" cy="6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0"/>
          <p:cNvSpPr txBox="1"/>
          <p:nvPr>
            <p:ph idx="3" type="body"/>
          </p:nvPr>
        </p:nvSpPr>
        <p:spPr>
          <a:xfrm>
            <a:off x="269875" y="960576"/>
            <a:ext cx="11652250" cy="4800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333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7" name="Google Shape;10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_Bulleted" showMasterSp="0">
  <p:cSld name="Two_Column_Bulleted"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1"/>
          <p:cNvSpPr txBox="1"/>
          <p:nvPr>
            <p:ph idx="1" type="body"/>
          </p:nvPr>
        </p:nvSpPr>
        <p:spPr>
          <a:xfrm>
            <a:off x="269875" y="1391463"/>
            <a:ext cx="5715000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/>
            </a:lvl3pPr>
            <a:lvl4pPr indent="-32385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4pPr>
            <a:lvl5pPr indent="-32385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51"/>
          <p:cNvSpPr txBox="1"/>
          <p:nvPr>
            <p:ph idx="2" type="body"/>
          </p:nvPr>
        </p:nvSpPr>
        <p:spPr>
          <a:xfrm>
            <a:off x="6210080" y="1391463"/>
            <a:ext cx="5715000" cy="1806264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/>
            </a:lvl3pPr>
            <a:lvl4pPr indent="-32385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4pPr>
            <a:lvl5pPr indent="-32385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51"/>
          <p:cNvSpPr txBox="1"/>
          <p:nvPr>
            <p:ph type="title"/>
          </p:nvPr>
        </p:nvSpPr>
        <p:spPr>
          <a:xfrm>
            <a:off x="269875" y="285750"/>
            <a:ext cx="11652356" cy="777506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2" name="Google Shape;11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_Bulleted_with_Subtitle" showMasterSp="0">
  <p:cSld name="Two_Column_Bulleted_with_Subtitle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2"/>
          <p:cNvSpPr txBox="1"/>
          <p:nvPr>
            <p:ph idx="1" type="body"/>
          </p:nvPr>
        </p:nvSpPr>
        <p:spPr>
          <a:xfrm>
            <a:off x="269875" y="1681687"/>
            <a:ext cx="5715000" cy="14368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/>
            </a:lvl3pPr>
            <a:lvl4pPr indent="-32385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4pPr>
            <a:lvl5pPr indent="-32385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52"/>
          <p:cNvSpPr txBox="1"/>
          <p:nvPr>
            <p:ph idx="2" type="body"/>
          </p:nvPr>
        </p:nvSpPr>
        <p:spPr>
          <a:xfrm>
            <a:off x="6210080" y="1681687"/>
            <a:ext cx="5715000" cy="1806264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/>
            </a:lvl3pPr>
            <a:lvl4pPr indent="-32385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4pPr>
            <a:lvl5pPr indent="-32385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52"/>
          <p:cNvSpPr txBox="1"/>
          <p:nvPr>
            <p:ph type="title"/>
          </p:nvPr>
        </p:nvSpPr>
        <p:spPr>
          <a:xfrm>
            <a:off x="269875" y="289511"/>
            <a:ext cx="11652356" cy="6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2"/>
          <p:cNvSpPr txBox="1"/>
          <p:nvPr>
            <p:ph idx="3" type="body"/>
          </p:nvPr>
        </p:nvSpPr>
        <p:spPr>
          <a:xfrm>
            <a:off x="269875" y="960576"/>
            <a:ext cx="11652250" cy="48006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333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8" name="Google Shape;11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" showMasterSp="0">
  <p:cSld name="Code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idx="1" type="body"/>
          </p:nvPr>
        </p:nvSpPr>
        <p:spPr>
          <a:xfrm>
            <a:off x="270130" y="1508125"/>
            <a:ext cx="11651996" cy="1746632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>
                <a:latin typeface="Oi"/>
                <a:ea typeface="Oi"/>
                <a:cs typeface="Oi"/>
                <a:sym typeface="O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>
                <a:latin typeface="Oi"/>
                <a:ea typeface="Oi"/>
                <a:cs typeface="Oi"/>
                <a:sym typeface="Oi"/>
              </a:defRPr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54"/>
          <p:cNvSpPr txBox="1"/>
          <p:nvPr>
            <p:ph type="title"/>
          </p:nvPr>
        </p:nvSpPr>
        <p:spPr>
          <a:xfrm>
            <a:off x="269875" y="289719"/>
            <a:ext cx="11654896" cy="7115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3" name="Google Shape;123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_2_Column" showMasterSp="0">
  <p:cSld name="Code_2_Column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5"/>
          <p:cNvSpPr txBox="1"/>
          <p:nvPr>
            <p:ph idx="1" type="body"/>
          </p:nvPr>
        </p:nvSpPr>
        <p:spPr>
          <a:xfrm>
            <a:off x="269875" y="1508125"/>
            <a:ext cx="5715000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55"/>
          <p:cNvSpPr txBox="1"/>
          <p:nvPr>
            <p:ph idx="2" type="body"/>
          </p:nvPr>
        </p:nvSpPr>
        <p:spPr>
          <a:xfrm>
            <a:off x="6210080" y="1508125"/>
            <a:ext cx="5715000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67">
                <a:latin typeface="Oi"/>
                <a:ea typeface="Oi"/>
                <a:cs typeface="Oi"/>
                <a:sym typeface="O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55"/>
          <p:cNvSpPr txBox="1"/>
          <p:nvPr>
            <p:ph type="title"/>
          </p:nvPr>
        </p:nvSpPr>
        <p:spPr>
          <a:xfrm>
            <a:off x="269875" y="289719"/>
            <a:ext cx="11654896" cy="7115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8" name="Google Shape;128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bed Video" showMasterSp="0">
  <p:cSld name="Embed Video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94672" y="2327672"/>
            <a:ext cx="2202656" cy="220265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6"/>
          <p:cNvSpPr/>
          <p:nvPr>
            <p:ph idx="2" type="media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300" lIns="182875" spcFirstLastPara="1" rIns="182875" wrap="square" tIns="1463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lt1"/>
              </a:buClr>
              <a:buSzPts val="1961"/>
              <a:buFont typeface="Arial"/>
              <a:buChar char="•"/>
              <a:defRPr b="0" i="0" sz="196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lt1"/>
              </a:buClr>
              <a:buSzPts val="1961"/>
              <a:buFont typeface="Arial"/>
              <a:buChar char="•"/>
              <a:defRPr b="0" i="0" sz="196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lt1"/>
              </a:buClr>
              <a:buSzPts val="1961"/>
              <a:buFont typeface="Arial"/>
              <a:buChar char="•"/>
              <a:defRPr b="0" i="0" sz="196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lt1"/>
              </a:buClr>
              <a:buSzPts val="1961"/>
              <a:buFont typeface="Arial"/>
              <a:buChar char="•"/>
              <a:defRPr b="0" i="0" sz="196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2" name="Google Shape;13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1" showMasterSp="0">
  <p:cSld name="Quote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7"/>
          <p:cNvSpPr txBox="1"/>
          <p:nvPr>
            <p:ph type="title"/>
          </p:nvPr>
        </p:nvSpPr>
        <p:spPr>
          <a:xfrm>
            <a:off x="269875" y="1854993"/>
            <a:ext cx="8334375" cy="2669382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7"/>
          <p:cNvSpPr txBox="1"/>
          <p:nvPr>
            <p:ph idx="1" type="body"/>
          </p:nvPr>
        </p:nvSpPr>
        <p:spPr>
          <a:xfrm>
            <a:off x="269875" y="4548713"/>
            <a:ext cx="5168107" cy="618567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57"/>
          <p:cNvSpPr txBox="1"/>
          <p:nvPr>
            <p:ph idx="2" type="body"/>
          </p:nvPr>
        </p:nvSpPr>
        <p:spPr>
          <a:xfrm>
            <a:off x="269875" y="5017076"/>
            <a:ext cx="5168107" cy="618567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1">
  <p:cSld name="Section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8"/>
          <p:cNvSpPr txBox="1"/>
          <p:nvPr>
            <p:ph type="title"/>
          </p:nvPr>
        </p:nvSpPr>
        <p:spPr>
          <a:xfrm>
            <a:off x="269875" y="2613393"/>
            <a:ext cx="10757271" cy="168046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8"/>
          <p:cNvSpPr txBox="1"/>
          <p:nvPr/>
        </p:nvSpPr>
        <p:spPr>
          <a:xfrm>
            <a:off x="8620125" y="6518073"/>
            <a:ext cx="3302000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2020, PMazon Web Services, Inc. or its affiliates.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/Demo Divider" showMasterSp="0">
  <p:cSld name="Video/Demo Divid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9"/>
          <p:cNvSpPr txBox="1"/>
          <p:nvPr>
            <p:ph type="title"/>
          </p:nvPr>
        </p:nvSpPr>
        <p:spPr>
          <a:xfrm>
            <a:off x="268896" y="2267144"/>
            <a:ext cx="7110473" cy="2372957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3" name="Google Shape;14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_You">
  <p:cSld name="Thank_You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0"/>
          <p:cNvSpPr txBox="1"/>
          <p:nvPr/>
        </p:nvSpPr>
        <p:spPr>
          <a:xfrm>
            <a:off x="269875" y="1841500"/>
            <a:ext cx="9978761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152400" spcFirstLastPara="1" rIns="121900" wrap="square" tIns="762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83"/>
              <a:buFont typeface="Arial"/>
              <a:buNone/>
            </a:pPr>
            <a:r>
              <a:rPr b="0" i="0" lang="en-US" sz="958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0"/>
          <p:cNvSpPr txBox="1"/>
          <p:nvPr>
            <p:ph idx="1" type="body"/>
          </p:nvPr>
        </p:nvSpPr>
        <p:spPr>
          <a:xfrm>
            <a:off x="269875" y="3434077"/>
            <a:ext cx="3652631" cy="44577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60"/>
          <p:cNvSpPr txBox="1"/>
          <p:nvPr>
            <p:ph idx="2" type="body"/>
          </p:nvPr>
        </p:nvSpPr>
        <p:spPr>
          <a:xfrm>
            <a:off x="269875" y="3953310"/>
            <a:ext cx="3652631" cy="176169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60"/>
          <p:cNvSpPr txBox="1"/>
          <p:nvPr>
            <p:ph idx="3" type="body"/>
          </p:nvPr>
        </p:nvSpPr>
        <p:spPr>
          <a:xfrm>
            <a:off x="3922506" y="3434077"/>
            <a:ext cx="3649980" cy="44577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60"/>
          <p:cNvSpPr txBox="1"/>
          <p:nvPr>
            <p:ph idx="4" type="body"/>
          </p:nvPr>
        </p:nvSpPr>
        <p:spPr>
          <a:xfrm>
            <a:off x="3922506" y="3953310"/>
            <a:ext cx="3649980" cy="176169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60"/>
          <p:cNvSpPr txBox="1"/>
          <p:nvPr>
            <p:ph idx="5" type="body"/>
          </p:nvPr>
        </p:nvSpPr>
        <p:spPr>
          <a:xfrm>
            <a:off x="7572486" y="3434077"/>
            <a:ext cx="3649980" cy="44577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60"/>
          <p:cNvSpPr txBox="1"/>
          <p:nvPr>
            <p:ph idx="6" type="body"/>
          </p:nvPr>
        </p:nvSpPr>
        <p:spPr>
          <a:xfrm>
            <a:off x="7572486" y="3953310"/>
            <a:ext cx="3649980" cy="176169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hank_You">
  <p:cSld name="1_Thank_You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1"/>
          <p:cNvSpPr txBox="1"/>
          <p:nvPr/>
        </p:nvSpPr>
        <p:spPr>
          <a:xfrm>
            <a:off x="269875" y="1841500"/>
            <a:ext cx="9978761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152400" spcFirstLastPara="1" rIns="121900" wrap="square" tIns="762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83"/>
              <a:buFont typeface="Arial"/>
              <a:buNone/>
            </a:pPr>
            <a:r>
              <a:rPr b="0" i="0" lang="en-US" sz="958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1"/>
          <p:cNvSpPr txBox="1"/>
          <p:nvPr>
            <p:ph idx="1" type="body"/>
          </p:nvPr>
        </p:nvSpPr>
        <p:spPr>
          <a:xfrm>
            <a:off x="269875" y="3434077"/>
            <a:ext cx="3652631" cy="44577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61"/>
          <p:cNvSpPr txBox="1"/>
          <p:nvPr>
            <p:ph idx="2" type="body"/>
          </p:nvPr>
        </p:nvSpPr>
        <p:spPr>
          <a:xfrm>
            <a:off x="269875" y="3953310"/>
            <a:ext cx="3652631" cy="176169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61"/>
          <p:cNvSpPr txBox="1"/>
          <p:nvPr>
            <p:ph idx="3" type="body"/>
          </p:nvPr>
        </p:nvSpPr>
        <p:spPr>
          <a:xfrm>
            <a:off x="4886068" y="3434077"/>
            <a:ext cx="3649980" cy="44577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61"/>
          <p:cNvSpPr txBox="1"/>
          <p:nvPr>
            <p:ph idx="4" type="body"/>
          </p:nvPr>
        </p:nvSpPr>
        <p:spPr>
          <a:xfrm>
            <a:off x="4886068" y="3953310"/>
            <a:ext cx="3649980" cy="176169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sz="2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rvey_Reminder" showMasterSp="0">
  <p:cSld name="Survey_Remind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3"/>
          <p:cNvSpPr/>
          <p:nvPr/>
        </p:nvSpPr>
        <p:spPr>
          <a:xfrm>
            <a:off x="5308600" y="1204866"/>
            <a:ext cx="1574800" cy="157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52400" spcFirstLastPara="1" rIns="152400" wrap="square" tIns="3048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83"/>
              <a:buFont typeface="Arial"/>
              <a:buNone/>
            </a:pPr>
            <a:r>
              <a:rPr b="1" i="0" lang="en-US" sz="95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3"/>
          <p:cNvSpPr txBox="1"/>
          <p:nvPr/>
        </p:nvSpPr>
        <p:spPr>
          <a:xfrm>
            <a:off x="3571875" y="3264148"/>
            <a:ext cx="5048250" cy="149271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52400" spcFirstLastPara="1" rIns="1524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Please complete the session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solidFill>
          <a:srgbClr val="1C232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woSpeakers">
  <p:cSld name="Title_TwoSpeakers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4"/>
          <p:cNvSpPr txBox="1"/>
          <p:nvPr>
            <p:ph type="title"/>
          </p:nvPr>
        </p:nvSpPr>
        <p:spPr>
          <a:xfrm>
            <a:off x="269240" y="2409712"/>
            <a:ext cx="8718498" cy="15421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64"/>
          <p:cNvSpPr txBox="1"/>
          <p:nvPr>
            <p:ph idx="1" type="body"/>
          </p:nvPr>
        </p:nvSpPr>
        <p:spPr>
          <a:xfrm>
            <a:off x="269875" y="4540250"/>
            <a:ext cx="4175125" cy="38697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64"/>
          <p:cNvSpPr txBox="1"/>
          <p:nvPr>
            <p:ph idx="2" type="body"/>
          </p:nvPr>
        </p:nvSpPr>
        <p:spPr>
          <a:xfrm>
            <a:off x="269875" y="4918490"/>
            <a:ext cx="4175125" cy="81083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64"/>
          <p:cNvSpPr txBox="1"/>
          <p:nvPr>
            <p:ph idx="3" type="body"/>
          </p:nvPr>
        </p:nvSpPr>
        <p:spPr>
          <a:xfrm>
            <a:off x="4812612" y="4540250"/>
            <a:ext cx="4175125" cy="38697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64"/>
          <p:cNvSpPr txBox="1"/>
          <p:nvPr>
            <p:ph idx="4" type="body"/>
          </p:nvPr>
        </p:nvSpPr>
        <p:spPr>
          <a:xfrm>
            <a:off x="4812612" y="4918490"/>
            <a:ext cx="4175125" cy="81083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64"/>
          <p:cNvSpPr txBox="1"/>
          <p:nvPr>
            <p:ph idx="5" type="body"/>
          </p:nvPr>
        </p:nvSpPr>
        <p:spPr>
          <a:xfrm>
            <a:off x="269239" y="1402929"/>
            <a:ext cx="8718498" cy="4571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233"/>
              </a:spcBef>
              <a:spcAft>
                <a:spcPts val="0"/>
              </a:spcAft>
              <a:buSzPts val="1400"/>
              <a:buNone/>
              <a:defRPr b="1" i="0" sz="1167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64"/>
          <p:cNvSpPr txBox="1"/>
          <p:nvPr>
            <p:ph idx="6" type="body"/>
          </p:nvPr>
        </p:nvSpPr>
        <p:spPr>
          <a:xfrm>
            <a:off x="269239" y="1987555"/>
            <a:ext cx="8718498" cy="4571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233"/>
              </a:spcBef>
              <a:spcAft>
                <a:spcPts val="0"/>
              </a:spcAft>
              <a:buSzPts val="1400"/>
              <a:buNone/>
              <a:defRPr b="1" i="0" sz="1167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1" name="Google Shape;17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hreeSpeakers">
  <p:cSld name="Title_ThreeSpeaker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5"/>
          <p:cNvSpPr txBox="1"/>
          <p:nvPr>
            <p:ph type="title"/>
          </p:nvPr>
        </p:nvSpPr>
        <p:spPr>
          <a:xfrm>
            <a:off x="269240" y="2409712"/>
            <a:ext cx="8718498" cy="15421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65"/>
          <p:cNvSpPr txBox="1"/>
          <p:nvPr>
            <p:ph idx="1" type="body"/>
          </p:nvPr>
        </p:nvSpPr>
        <p:spPr>
          <a:xfrm>
            <a:off x="269240" y="4540250"/>
            <a:ext cx="3585104" cy="38697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65"/>
          <p:cNvSpPr txBox="1"/>
          <p:nvPr>
            <p:ph idx="2" type="body"/>
          </p:nvPr>
        </p:nvSpPr>
        <p:spPr>
          <a:xfrm>
            <a:off x="269240" y="4918490"/>
            <a:ext cx="3585104" cy="81083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65"/>
          <p:cNvSpPr txBox="1"/>
          <p:nvPr>
            <p:ph idx="3" type="body"/>
          </p:nvPr>
        </p:nvSpPr>
        <p:spPr>
          <a:xfrm>
            <a:off x="4059187" y="4540250"/>
            <a:ext cx="3585104" cy="38697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65"/>
          <p:cNvSpPr txBox="1"/>
          <p:nvPr>
            <p:ph idx="4" type="body"/>
          </p:nvPr>
        </p:nvSpPr>
        <p:spPr>
          <a:xfrm>
            <a:off x="4059187" y="4918490"/>
            <a:ext cx="3585104" cy="81083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65"/>
          <p:cNvSpPr txBox="1"/>
          <p:nvPr>
            <p:ph idx="5" type="body"/>
          </p:nvPr>
        </p:nvSpPr>
        <p:spPr>
          <a:xfrm>
            <a:off x="7849135" y="4540250"/>
            <a:ext cx="3585104" cy="38697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65"/>
          <p:cNvSpPr txBox="1"/>
          <p:nvPr>
            <p:ph idx="6" type="body"/>
          </p:nvPr>
        </p:nvSpPr>
        <p:spPr>
          <a:xfrm>
            <a:off x="7849135" y="4918490"/>
            <a:ext cx="3585104" cy="81083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65"/>
          <p:cNvSpPr txBox="1"/>
          <p:nvPr>
            <p:ph idx="7" type="body"/>
          </p:nvPr>
        </p:nvSpPr>
        <p:spPr>
          <a:xfrm>
            <a:off x="269239" y="1405861"/>
            <a:ext cx="8718498" cy="4571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233"/>
              </a:spcBef>
              <a:spcAft>
                <a:spcPts val="0"/>
              </a:spcAft>
              <a:buSzPts val="1400"/>
              <a:buNone/>
              <a:defRPr b="1" i="0" sz="1167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65"/>
          <p:cNvSpPr txBox="1"/>
          <p:nvPr>
            <p:ph idx="8" type="body"/>
          </p:nvPr>
        </p:nvSpPr>
        <p:spPr>
          <a:xfrm>
            <a:off x="269239" y="1987555"/>
            <a:ext cx="8718498" cy="4571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233"/>
              </a:spcBef>
              <a:spcAft>
                <a:spcPts val="0"/>
              </a:spcAft>
              <a:buSzPts val="1400"/>
              <a:buNone/>
              <a:defRPr b="1" i="0" sz="1167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34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2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slideLayout" Target="../slideLayouts/slideLayout27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31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9.xml"/><Relationship Id="rId3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8.xml"/><Relationship Id="rId3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/>
          <p:nvPr/>
        </p:nvSpPr>
        <p:spPr>
          <a:xfrm>
            <a:off x="2345158" y="0"/>
            <a:ext cx="9836213" cy="685800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7"/>
              <a:buFont typeface="Arial"/>
              <a:buNone/>
            </a:pPr>
            <a:r>
              <a:t/>
            </a:r>
            <a:endParaRPr b="0" i="0" sz="122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2"/>
          <p:cNvSpPr txBox="1"/>
          <p:nvPr>
            <p:ph type="title"/>
          </p:nvPr>
        </p:nvSpPr>
        <p:spPr>
          <a:xfrm>
            <a:off x="269875" y="289719"/>
            <a:ext cx="11654896" cy="71151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" type="body"/>
          </p:nvPr>
        </p:nvSpPr>
        <p:spPr>
          <a:xfrm>
            <a:off x="269875" y="1189303"/>
            <a:ext cx="11652250" cy="1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3123" lvl="5" marL="2743200" marR="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lt1"/>
              </a:buClr>
              <a:buSzPts val="1961"/>
              <a:buFont typeface="Arial"/>
              <a:buChar char="•"/>
              <a:defRPr b="0" i="0" sz="196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3123" lvl="6" marL="3200400" marR="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lt1"/>
              </a:buClr>
              <a:buSzPts val="1961"/>
              <a:buFont typeface="Arial"/>
              <a:buChar char="•"/>
              <a:defRPr b="0" i="0" sz="196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3123" lvl="7" marL="3657600" marR="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lt1"/>
              </a:buClr>
              <a:buSzPts val="1961"/>
              <a:buFont typeface="Arial"/>
              <a:buChar char="•"/>
              <a:defRPr b="0" i="0" sz="196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3123" lvl="8" marL="4114800" marR="0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lt1"/>
              </a:buClr>
              <a:buSzPts val="1961"/>
              <a:buFont typeface="Arial"/>
              <a:buChar char="•"/>
              <a:defRPr b="0" i="0" sz="196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239" y="6298959"/>
            <a:ext cx="1593251" cy="55260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2">
          <p15:clr>
            <a:srgbClr val="F26B43"/>
          </p15:clr>
        </p15:guide>
        <p15:guide id="2" pos="9024">
          <p15:clr>
            <a:srgbClr val="F26B43"/>
          </p15:clr>
        </p15:guide>
        <p15:guide id="3" orient="horz" pos="216">
          <p15:clr>
            <a:srgbClr val="F26B43"/>
          </p15:clr>
        </p15:guide>
        <p15:guide id="4" orient="horz" pos="49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7.jpg"/><Relationship Id="rId7" Type="http://schemas.openxmlformats.org/officeDocument/2006/relationships/image" Target="../media/image14.png"/><Relationship Id="rId8" Type="http://schemas.openxmlformats.org/officeDocument/2006/relationships/image" Target="../media/image17.png"/><Relationship Id="rId10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" title="#4 AWS UG meetup cover #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7950" y="0"/>
            <a:ext cx="12443325" cy="694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824070" y="342898"/>
            <a:ext cx="4632600" cy="27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 ARE</a:t>
            </a:r>
            <a:endParaRPr sz="7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4" title="WhatsApp Image 2025-10-04 at 12.49.59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600" y="2379325"/>
            <a:ext cx="6978151" cy="377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m Retângulo, captura de ecrã, quadrado, moldura&#10;&#10;Descrição gerada automaticamente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202" y="1727875"/>
            <a:ext cx="4507900" cy="45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 title="Screenshot 2025-05-20 at 15.07.1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748" y="2113249"/>
            <a:ext cx="4111324" cy="348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m captura de ecrã, Retângulo, branco, moldura&#10;&#10;Descrição gerada automaticamente" id="199" name="Google Shape;1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200" y="342900"/>
            <a:ext cx="7019945" cy="85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>
            <p:ph type="title"/>
          </p:nvPr>
        </p:nvSpPr>
        <p:spPr>
          <a:xfrm>
            <a:off x="829425" y="433150"/>
            <a:ext cx="66102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1"/>
                </a:solidFill>
              </a:rPr>
              <a:t>OUR LEADERSHIP TEAM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m Retângulo, captura de ecrã, quadrado, moldura&#10;&#10;Descrição gerada automaticamente" id="205" name="Google Shape;205;g390f6b66657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202" y="1727875"/>
            <a:ext cx="4507900" cy="45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m captura de ecrã, Retângulo, branco, moldura&#10;&#10;Descrição gerada automaticamente" id="206" name="Google Shape;206;g390f6b66657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200" y="342900"/>
            <a:ext cx="7019945" cy="85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90f6b66657_0_6"/>
          <p:cNvSpPr txBox="1"/>
          <p:nvPr>
            <p:ph type="title"/>
          </p:nvPr>
        </p:nvSpPr>
        <p:spPr>
          <a:xfrm>
            <a:off x="841050" y="433125"/>
            <a:ext cx="66102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1"/>
                </a:solidFill>
              </a:rPr>
              <a:t>About AWS UG Porto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8" name="Google Shape;208;g390f6b66657_0_6"/>
          <p:cNvSpPr txBox="1"/>
          <p:nvPr/>
        </p:nvSpPr>
        <p:spPr>
          <a:xfrm>
            <a:off x="5521550" y="2774000"/>
            <a:ext cx="64329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Official </a:t>
            </a:r>
            <a:r>
              <a:rPr b="1" lang="en-US" sz="2600">
                <a:solidFill>
                  <a:schemeClr val="lt1"/>
                </a:solidFill>
              </a:rPr>
              <a:t>AWS UG Group 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b="1" lang="en-US" sz="2600">
                <a:solidFill>
                  <a:schemeClr val="lt1"/>
                </a:solidFill>
              </a:rPr>
              <a:t>300</a:t>
            </a: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 members</a:t>
            </a:r>
            <a:r>
              <a:rPr b="0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Meetup 👥​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b="1" lang="en-US" sz="2600">
                <a:solidFill>
                  <a:schemeClr val="lt1"/>
                </a:solidFill>
              </a:rPr>
              <a:t>Now on slack </a:t>
            </a: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members</a:t>
            </a:r>
            <a:r>
              <a:rPr b="0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Slack 💻​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b="1" lang="en-US" sz="2600">
                <a:solidFill>
                  <a:schemeClr val="lt1"/>
                </a:solidFill>
              </a:rPr>
              <a:t>4 </a:t>
            </a: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meetup </a:t>
            </a:r>
            <a:r>
              <a:rPr b="1" i="0" lang="en-US" sz="2600" u="none" cap="none" strike="noStrike">
                <a:solidFill>
                  <a:schemeClr val="lt1"/>
                </a:solidFill>
              </a:rPr>
              <a:t>so far</a:t>
            </a:r>
            <a:endParaRPr b="1" i="0" sz="2600" u="none" cap="none" strike="noStrike">
              <a:solidFill>
                <a:schemeClr val="lt1"/>
              </a:solidFill>
            </a:endParaRPr>
          </a:p>
        </p:txBody>
      </p:sp>
      <p:pic>
        <p:nvPicPr>
          <p:cNvPr id="209" name="Google Shape;209;g390f6b66657_0_6" title="Screenshot 2025-11-18 at 12.05.1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5175" y="1975025"/>
            <a:ext cx="4005125" cy="38823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m captura de ecrã, Retângulo&#10;&#10;Descrição gerada automaticamente" id="210" name="Google Shape;210;g390f6b66657_0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78950" y="184975"/>
            <a:ext cx="2226701" cy="25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0f6b66657_0_6"/>
          <p:cNvSpPr txBox="1"/>
          <p:nvPr/>
        </p:nvSpPr>
        <p:spPr>
          <a:xfrm>
            <a:off x="9678950" y="2122663"/>
            <a:ext cx="23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Join us!!!</a:t>
            </a:r>
            <a:endParaRPr b="1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2" name="Google Shape;212;g390f6b66657_0_6" title="Screenshot 2025-11-18 at 12.07.3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75850" y="582400"/>
            <a:ext cx="1315000" cy="129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/>
          <p:nvPr>
            <p:ph type="ctrTitle"/>
          </p:nvPr>
        </p:nvSpPr>
        <p:spPr>
          <a:xfrm>
            <a:off x="1524000" y="251796"/>
            <a:ext cx="91440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300" lIns="182875" spcFirstLastPara="1" rIns="182875" wrap="square" tIns="1463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special thanks </a:t>
            </a:r>
            <a:endParaRPr/>
          </a:p>
        </p:txBody>
      </p:sp>
      <p:sp>
        <p:nvSpPr>
          <p:cNvPr id="218" name="Google Shape;218;p2"/>
          <p:cNvSpPr txBox="1"/>
          <p:nvPr>
            <p:ph idx="1" type="subTitle"/>
          </p:nvPr>
        </p:nvSpPr>
        <p:spPr>
          <a:xfrm>
            <a:off x="1524000" y="1947313"/>
            <a:ext cx="914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60"/>
              <a:buNone/>
            </a:pPr>
            <a:r>
              <a:rPr lang="en-US">
                <a:solidFill>
                  <a:schemeClr val="accent1"/>
                </a:solidFill>
              </a:rPr>
              <a:t>Those who made this meetup possible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16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A green and blue text on a black background&#10;&#10;Description automatically generated" id="219" name="Google Shape;2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425" y="3528600"/>
            <a:ext cx="3189975" cy="136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"/>
          <p:cNvSpPr/>
          <p:nvPr/>
        </p:nvSpPr>
        <p:spPr>
          <a:xfrm>
            <a:off x="4061850" y="2900925"/>
            <a:ext cx="4068300" cy="28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850" y="2826926"/>
            <a:ext cx="4546299" cy="2949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" title="Screenshot 2025-11-18 at 12.11.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86" y="3549687"/>
            <a:ext cx="3544389" cy="13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2800" y="1974275"/>
            <a:ext cx="769270" cy="67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0" title="Meetup-logo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2275" l="0" r="0" t="9433"/>
          <a:stretch/>
        </p:blipFill>
        <p:spPr>
          <a:xfrm>
            <a:off x="4314000" y="1907625"/>
            <a:ext cx="1523999" cy="6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0" title="LinkedIn_logo_initials.pn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0551" y="1832651"/>
            <a:ext cx="954388" cy="95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 title="istockphoto-1298266863-612x612.jpg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0" r="0" t="11111"/>
          <a:stretch/>
        </p:blipFill>
        <p:spPr>
          <a:xfrm>
            <a:off x="8737975" y="1783475"/>
            <a:ext cx="1129025" cy="1003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 txBox="1"/>
          <p:nvPr>
            <p:ph type="title"/>
          </p:nvPr>
        </p:nvSpPr>
        <p:spPr>
          <a:xfrm>
            <a:off x="269875" y="285750"/>
            <a:ext cx="11652356" cy="67118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Collaborate and Follow us!!!</a:t>
            </a:r>
            <a:endParaRPr/>
          </a:p>
        </p:txBody>
      </p:sp>
      <p:pic>
        <p:nvPicPr>
          <p:cNvPr id="232" name="Google Shape;232;p10" title="Screenshot 2025-05-20 at 15.22.18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91375" y="3093325"/>
            <a:ext cx="1366625" cy="13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0" title="Screenshot 2025-05-20 at 15.24.19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79850" y="3093325"/>
            <a:ext cx="1392300" cy="13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0" title="Screenshot 2025-05-20 at 15.25.25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8300" y="3101550"/>
            <a:ext cx="1366625" cy="1357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0" title="Screenshot 2025-05-20 at 15.27.41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19175" y="3092675"/>
            <a:ext cx="1366625" cy="137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269875" y="3434077"/>
            <a:ext cx="5521325" cy="44577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-US"/>
              <a:t>HOPE YOU ENJOY YOUR TIME WITH US</a:t>
            </a:r>
            <a:endParaRPr/>
          </a:p>
        </p:txBody>
      </p:sp>
      <p:sp>
        <p:nvSpPr>
          <p:cNvPr id="241" name="Google Shape;241;p30"/>
          <p:cNvSpPr txBox="1"/>
          <p:nvPr>
            <p:ph idx="2" type="body"/>
          </p:nvPr>
        </p:nvSpPr>
        <p:spPr>
          <a:xfrm>
            <a:off x="269875" y="4329750"/>
            <a:ext cx="58980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600">
                <a:latin typeface="Montserrat"/>
                <a:ea typeface="Montserrat"/>
                <a:cs typeface="Montserrat"/>
                <a:sym typeface="Montserrat"/>
              </a:rPr>
              <a:t>We’re on break until February – but we’ll be back with updates in January!</a:t>
            </a:r>
            <a:endParaRPr sz="233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4-60358_Summit 2020_Template_Dark">
  <a:themeElements>
    <a:clrScheme name="AWS-User-Groups">
      <a:dk1>
        <a:srgbClr val="1C232F"/>
      </a:dk1>
      <a:lt1>
        <a:srgbClr val="FFFFFF"/>
      </a:lt1>
      <a:dk2>
        <a:srgbClr val="44546A"/>
      </a:dk2>
      <a:lt2>
        <a:srgbClr val="E7E6E6"/>
      </a:lt2>
      <a:accent1>
        <a:srgbClr val="A166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A166FF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2021-03-15T16:42:38Z</dcterms:created>
  <dc:creator>Wood, Karissa</dc:creator>
</cp:coreProperties>
</file>