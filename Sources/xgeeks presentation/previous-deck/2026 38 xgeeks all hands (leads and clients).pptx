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4"/>
  </p:sldMasterIdLst>
  <p:notesMasterIdLst>
    <p:notesMasterId r:id="rId6"/>
  </p:notesMasterIdLst>
  <p:handoutMasterIdLst>
    <p:handoutMasterId r:id="rId7"/>
  </p:handoutMasterIdLst>
  <p:sldIdLst>
    <p:sldId id="2076138132" r:id="rId5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103FB0E-DE64-1867-64A8-C129E8610A46}" name="Anna-Lena Emonds-pool" initials="ALEp" userId="S::a.emonds-pool@kigroup.de::3e352de8-d4f6-4dd3-9bc8-8d70668b59c3" providerId="AD"/>
  <p188:author id="{18663518-552F-E812-49C9-D895EC226D47}" name="Fábio Sampaio" initials="FS" userId="S::f.sampaio@xgeeks.com::450e5c1d-68dc-438d-b095-853f957950f0" providerId="AD"/>
  <p188:author id="{36661670-4EEE-A9AD-21D7-62D12F4418E7}" name="Vitoria Alexandre" initials="VA" userId="S::v.alexandre@xgeeks.com::9365d17f-fb27-499f-8df1-8ce679c1fabd" providerId="AD"/>
  <p188:author id="{AD29FCD0-92F5-A794-A779-A58480C8D44B}" name="Fabio Sampaio" initials="FS" userId="S::f.sampaio@kigroup.de::66593fd3-9aaf-4c33-a142-6c66e494a701" providerId="AD"/>
  <p188:author id="{F55BD3E2-CE3B-8FFC-07C4-F6409A7EFDB8}" name="Rita Gouveia" initials="" userId="S::r.gouveia@xgeeks.com::fa8110f0-a7c8-455c-8599-8dc9c235517e" providerId="AD"/>
  <p188:author id="{E0AA1EF0-0B0F-259C-2ACC-30333B258F38}" name="Ana Patrícia  Marques" initials="AM" userId="S::a.p.marques@xgeeks.com::b868295e-f292-434d-903b-c2f8be5f3bce" providerId="AD"/>
  <p188:author id="{B25B47FB-96C7-4E7D-BDBE-321093DB6036}" name="Sara Abrantes" initials="SA" userId="S::s.abrantes@kigroup.de::2be58b14-0504-4dd3-a825-0723e16644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996900"/>
    <a:srgbClr val="FFF9B8"/>
    <a:srgbClr val="B8EDFF"/>
    <a:srgbClr val="00EBB6"/>
    <a:srgbClr val="FF966E"/>
    <a:srgbClr val="FFFFFF"/>
    <a:srgbClr val="43CBFF"/>
    <a:srgbClr val="404040"/>
    <a:srgbClr val="5151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71ED9B-33AE-E6D6-7F42-ED0105142F32}" v="221" dt="2026-09-15T14:31:27.061"/>
    <p1510:client id="{57F6DF02-AA5A-3B7C-6CB3-A4AC82F824D0}" v="18" dt="2026-09-15T08:54:02.700"/>
    <p1510:client id="{A5D4755A-90DE-427C-12D7-F3154EA11293}" v="10" dt="2026-09-15T08:19:44.7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52" d="100"/>
          <a:sy n="52" d="100"/>
        </p:scale>
        <p:origin x="144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C60925-15D2-7E44-96C1-043B6B3163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D4B32A-47F7-6543-BA29-D8548CA659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E8680-2214-374A-BCF6-BBAE49BC7DC4}" type="datetimeFigureOut">
              <a:rPr lang="en-DE" smtClean="0"/>
              <a:t>9/15/26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3FF4-ED7B-E648-B2ED-575C4406BD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E3DB7-E3B3-9744-B1F2-18E291058A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BD2E8-F817-6440-AA66-019C7DA42F3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06041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C292B0-EAF0-E149-81A7-93BEB54E5740}" type="datetimeFigureOut">
              <a:rPr lang="en-DE" smtClean="0"/>
              <a:t>9/15/26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65006C-DE4F-8044-9188-E0C3381BC8A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77535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T">
                <a:ea typeface="Calibri"/>
                <a:cs typeface="Calibri"/>
              </a:rPr>
              <a:t>André Gonçalves</a:t>
            </a:r>
            <a:endParaRPr lang="en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5006C-DE4F-8044-9188-E0C3381BC8AF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37917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Cover_Plain"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 ">
            <a:extLst>
              <a:ext uri="{FF2B5EF4-FFF2-40B4-BE49-F238E27FC236}">
                <a16:creationId xmlns:a16="http://schemas.microsoft.com/office/drawing/2014/main" id="{BF171D32-1D78-C62E-D80A-D606CD7AEA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8022" y="1314500"/>
            <a:ext cx="18887236" cy="11477568"/>
          </a:xfrm>
          <a:prstGeom prst="rect">
            <a:avLst/>
          </a:prstGeom>
        </p:spPr>
      </p:pic>
      <p:pic>
        <p:nvPicPr>
          <p:cNvPr id="6" name="Image 14" descr=" ">
            <a:extLst>
              <a:ext uri="{FF2B5EF4-FFF2-40B4-BE49-F238E27FC236}">
                <a16:creationId xmlns:a16="http://schemas.microsoft.com/office/drawing/2014/main" id="{27CC8A71-D715-AE0C-87CE-D469F09D85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329606" y="27833"/>
            <a:ext cx="8052807" cy="72136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A04CE57-90AE-0BB8-37AB-3714BC1FA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618" y="2782957"/>
            <a:ext cx="13269643" cy="445847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8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33A070F-E830-CE25-DA53-5FDE27DEAA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6618" y="7599363"/>
            <a:ext cx="12228513" cy="1765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Click to add text</a:t>
            </a:r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AC99EEDA-9FDD-22A6-8A63-2DD6D5E1FA91}"/>
              </a:ext>
            </a:extLst>
          </p:cNvPr>
          <p:cNvSpPr/>
          <p:nvPr userDrawn="1"/>
        </p:nvSpPr>
        <p:spPr>
          <a:xfrm>
            <a:off x="1971626" y="2019300"/>
            <a:ext cx="695245" cy="330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PT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95F8B2EE-299E-2B85-909A-1A923F66F0A8}"/>
              </a:ext>
            </a:extLst>
          </p:cNvPr>
          <p:cNvSpPr/>
          <p:nvPr userDrawn="1"/>
        </p:nvSpPr>
        <p:spPr>
          <a:xfrm>
            <a:off x="1971626" y="2097505"/>
            <a:ext cx="173811" cy="173789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E94EC154-D7C3-8F07-4FD2-1AE90746B188}"/>
              </a:ext>
            </a:extLst>
          </p:cNvPr>
          <p:cNvSpPr/>
          <p:nvPr userDrawn="1"/>
        </p:nvSpPr>
        <p:spPr>
          <a:xfrm>
            <a:off x="2232331" y="2097505"/>
            <a:ext cx="173811" cy="173789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0ADDCE83-0FFC-E381-D525-B3A23D1DCD36}"/>
              </a:ext>
            </a:extLst>
          </p:cNvPr>
          <p:cNvSpPr/>
          <p:nvPr userDrawn="1"/>
        </p:nvSpPr>
        <p:spPr>
          <a:xfrm>
            <a:off x="2493061" y="2097505"/>
            <a:ext cx="173811" cy="173789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23056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1 Cover_Plain">
    <p:bg>
      <p:bgPr>
        <a:gradFill flip="none" rotWithShape="1">
          <a:gsLst>
            <a:gs pos="0">
              <a:schemeClr val="accent1">
                <a:lumMod val="67000"/>
              </a:schemeClr>
            </a:gs>
            <a:gs pos="100000">
              <a:schemeClr val="accent1">
                <a:lumMod val="96676"/>
              </a:schemeClr>
            </a:gs>
            <a:gs pos="100000">
              <a:schemeClr val="accent1">
                <a:lumMod val="8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C2AE781F-9DA0-AA52-7F3F-A1B4553782A3}"/>
              </a:ext>
            </a:extLst>
          </p:cNvPr>
          <p:cNvGrpSpPr/>
          <p:nvPr userDrawn="1"/>
        </p:nvGrpSpPr>
        <p:grpSpPr>
          <a:xfrm flipH="1">
            <a:off x="1374574" y="4987259"/>
            <a:ext cx="15126193" cy="7424073"/>
            <a:chOff x="423165" y="369385"/>
            <a:chExt cx="7048111" cy="3459277"/>
          </a:xfrm>
          <a:solidFill>
            <a:schemeClr val="bg1"/>
          </a:solidFill>
          <a:effectLst>
            <a:outerShdw dist="267717" dir="2700000" algn="tl" rotWithShape="0">
              <a:prstClr val="black"/>
            </a:outerShdw>
          </a:effectLst>
        </p:grpSpPr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4789C3DA-EB2A-AF72-8BD4-73BEC04A247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423165" y="369385"/>
              <a:ext cx="889006" cy="885392"/>
            </a:xfrm>
            <a:prstGeom prst="rect">
              <a:avLst/>
            </a:prstGeom>
            <a:effectLst/>
          </p:spPr>
        </p:pic>
        <p:sp>
          <p:nvSpPr>
            <p:cNvPr id="8" name="Retângulo Arredondado 7">
              <a:extLst>
                <a:ext uri="{FF2B5EF4-FFF2-40B4-BE49-F238E27FC236}">
                  <a16:creationId xmlns:a16="http://schemas.microsoft.com/office/drawing/2014/main" id="{C6EB8177-FAD4-E3C0-254F-A2FF5DE35019}"/>
                </a:ext>
              </a:extLst>
            </p:cNvPr>
            <p:cNvSpPr/>
            <p:nvPr userDrawn="1"/>
          </p:nvSpPr>
          <p:spPr>
            <a:xfrm>
              <a:off x="1135318" y="1081347"/>
              <a:ext cx="6335958" cy="2747315"/>
            </a:xfrm>
            <a:prstGeom prst="roundRect">
              <a:avLst>
                <a:gd name="adj" fmla="val 6554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pic>
        <p:nvPicPr>
          <p:cNvPr id="2" name="Image 2" descr=" ">
            <a:extLst>
              <a:ext uri="{FF2B5EF4-FFF2-40B4-BE49-F238E27FC236}">
                <a16:creationId xmlns:a16="http://schemas.microsoft.com/office/drawing/2014/main" id="{E9FE1A29-59E4-884F-AC52-603337AA6D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350994" y="3913412"/>
            <a:ext cx="10147465" cy="662883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A04CE57-90AE-0BB8-37AB-3714BC1FA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1322" y="7320751"/>
            <a:ext cx="12601519" cy="25159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8000">
                <a:solidFill>
                  <a:schemeClr val="tx1"/>
                </a:solidFill>
                <a:latin typeface="The Future" panose="020B0503060202060203" pitchFamily="34" charset="77"/>
              </a:defRPr>
            </a:lvl1pPr>
          </a:lstStyle>
          <a:p>
            <a:r>
              <a:rPr lang="en-GB"/>
              <a:t>Click to edit title style</a:t>
            </a:r>
            <a:endParaRPr lang="en-PT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33A070F-E830-CE25-DA53-5FDE27DEAA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91322" y="10212710"/>
            <a:ext cx="12228513" cy="1765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Click to add text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08C34744-1E06-ABC6-31D4-E35F5166262F}"/>
              </a:ext>
            </a:extLst>
          </p:cNvPr>
          <p:cNvSpPr txBox="1">
            <a:spLocks/>
          </p:cNvSpPr>
          <p:nvPr userDrawn="1"/>
        </p:nvSpPr>
        <p:spPr>
          <a:xfrm>
            <a:off x="1428685" y="5101762"/>
            <a:ext cx="1378348" cy="132178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ct val="0"/>
              </a:spcBef>
              <a:buFont typeface="+mj-lt"/>
              <a:buNone/>
              <a:defRPr sz="8000" b="1" i="0" kern="1200">
                <a:solidFill>
                  <a:schemeClr val="tx1"/>
                </a:solidFill>
                <a:latin typeface="The Future" panose="020B0503060202060203" pitchFamily="34" charset="77"/>
                <a:ea typeface="+mj-ea"/>
                <a:cs typeface="+mj-cs"/>
              </a:defRPr>
            </a:lvl1pPr>
          </a:lstStyle>
          <a:p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28737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1 Cover_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C2AE781F-9DA0-AA52-7F3F-A1B4553782A3}"/>
              </a:ext>
            </a:extLst>
          </p:cNvPr>
          <p:cNvGrpSpPr/>
          <p:nvPr userDrawn="1"/>
        </p:nvGrpSpPr>
        <p:grpSpPr>
          <a:xfrm>
            <a:off x="916571" y="4552696"/>
            <a:ext cx="15584194" cy="7858634"/>
            <a:chOff x="209757" y="166899"/>
            <a:chExt cx="7261519" cy="3661763"/>
          </a:xfrm>
          <a:solidFill>
            <a:schemeClr val="tx2"/>
          </a:solidFill>
        </p:grpSpPr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4789C3DA-EB2A-AF72-8BD4-73BEC04A247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  <a:effectLst>
              <a:outerShdw dist="163591" dir="2700000" algn="tl" rotWithShape="0">
                <a:prstClr val="black"/>
              </a:outerShdw>
            </a:effectLst>
          </p:spPr>
        </p:pic>
        <p:sp>
          <p:nvSpPr>
            <p:cNvPr id="8" name="Retângulo Arredondado 7">
              <a:extLst>
                <a:ext uri="{FF2B5EF4-FFF2-40B4-BE49-F238E27FC236}">
                  <a16:creationId xmlns:a16="http://schemas.microsoft.com/office/drawing/2014/main" id="{C6EB8177-FAD4-E3C0-254F-A2FF5DE35019}"/>
                </a:ext>
              </a:extLst>
            </p:cNvPr>
            <p:cNvSpPr/>
            <p:nvPr userDrawn="1"/>
          </p:nvSpPr>
          <p:spPr>
            <a:xfrm>
              <a:off x="1135318" y="1081347"/>
              <a:ext cx="6335958" cy="2747315"/>
            </a:xfrm>
            <a:prstGeom prst="roundRect">
              <a:avLst>
                <a:gd name="adj" fmla="val 6554"/>
              </a:avLst>
            </a:prstGeom>
            <a:grpFill/>
            <a:ln>
              <a:noFill/>
            </a:ln>
            <a:effectLst>
              <a:outerShdw dist="217323" dir="270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</p:grpSp>
      <p:pic>
        <p:nvPicPr>
          <p:cNvPr id="2" name="Image 2" descr=" ">
            <a:extLst>
              <a:ext uri="{FF2B5EF4-FFF2-40B4-BE49-F238E27FC236}">
                <a16:creationId xmlns:a16="http://schemas.microsoft.com/office/drawing/2014/main" id="{E9FE1A29-59E4-884F-AC52-603337AA6D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82774" y="11081"/>
            <a:ext cx="10147465" cy="662883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A04CE57-90AE-0BB8-37AB-3714BC1FAC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5795" y="7262201"/>
            <a:ext cx="12601519" cy="25159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8000">
                <a:solidFill>
                  <a:schemeClr val="tx1"/>
                </a:solidFill>
                <a:latin typeface="The Future" panose="020B0503060202060203" pitchFamily="34" charset="77"/>
              </a:defRPr>
            </a:lvl1pPr>
          </a:lstStyle>
          <a:p>
            <a:r>
              <a:rPr lang="en-GB"/>
              <a:t>Click to edit title style</a:t>
            </a:r>
            <a:endParaRPr lang="en-PT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33A070F-E830-CE25-DA53-5FDE27DEAA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65795" y="10154160"/>
            <a:ext cx="12228513" cy="1765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Click to add text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08C34744-1E06-ABC6-31D4-E35F5166262F}"/>
              </a:ext>
            </a:extLst>
          </p:cNvPr>
          <p:cNvSpPr txBox="1">
            <a:spLocks/>
          </p:cNvSpPr>
          <p:nvPr userDrawn="1"/>
        </p:nvSpPr>
        <p:spPr>
          <a:xfrm>
            <a:off x="1288815" y="4970324"/>
            <a:ext cx="1378348" cy="132178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 defTabSz="1828709" rtl="0" eaLnBrk="1" latinLnBrk="0" hangingPunct="1">
              <a:lnSpc>
                <a:spcPct val="100000"/>
              </a:lnSpc>
              <a:spcBef>
                <a:spcPct val="0"/>
              </a:spcBef>
              <a:buFont typeface="+mj-lt"/>
              <a:buNone/>
              <a:defRPr sz="8000" b="1" i="0" kern="1200">
                <a:solidFill>
                  <a:schemeClr val="tx1"/>
                </a:solidFill>
                <a:latin typeface="The Future" panose="020B0503060202060203" pitchFamily="34" charset="77"/>
                <a:ea typeface="+mj-ea"/>
                <a:cs typeface="+mj-cs"/>
              </a:defRPr>
            </a:lvl1pPr>
          </a:lstStyle>
          <a:p>
            <a:endParaRPr lang="en-PT">
              <a:latin typeface="The Future" panose="020B050306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4519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Agrupar 38">
            <a:extLst>
              <a:ext uri="{FF2B5EF4-FFF2-40B4-BE49-F238E27FC236}">
                <a16:creationId xmlns:a16="http://schemas.microsoft.com/office/drawing/2014/main" id="{8F7D2000-B8F8-E00E-7BF8-A0ED641E5E7C}"/>
              </a:ext>
            </a:extLst>
          </p:cNvPr>
          <p:cNvGrpSpPr/>
          <p:nvPr userDrawn="1"/>
        </p:nvGrpSpPr>
        <p:grpSpPr>
          <a:xfrm>
            <a:off x="854996" y="9522545"/>
            <a:ext cx="14493058" cy="2829272"/>
            <a:chOff x="209757" y="166899"/>
            <a:chExt cx="10882361" cy="2336848"/>
          </a:xfrm>
        </p:grpSpPr>
        <p:pic>
          <p:nvPicPr>
            <p:cNvPr id="40" name="Gráfico 39">
              <a:extLst>
                <a:ext uri="{FF2B5EF4-FFF2-40B4-BE49-F238E27FC236}">
                  <a16:creationId xmlns:a16="http://schemas.microsoft.com/office/drawing/2014/main" id="{FD25C47E-B82F-F2C5-7F14-8DB734B581C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  <a:effectLst>
              <a:outerShdw dist="163591" dir="2700000" algn="tl" rotWithShape="0">
                <a:prstClr val="black"/>
              </a:outerShdw>
            </a:effectLst>
          </p:spPr>
        </p:pic>
        <p:sp>
          <p:nvSpPr>
            <p:cNvPr id="41" name="Retângulo Arredondado 40">
              <a:extLst>
                <a:ext uri="{FF2B5EF4-FFF2-40B4-BE49-F238E27FC236}">
                  <a16:creationId xmlns:a16="http://schemas.microsoft.com/office/drawing/2014/main" id="{B87F0F06-28A4-CE18-44FD-94D04B0AF208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  <a:effectLst>
              <a:outerShdw dist="217323" dir="270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96BC1786-1534-69BE-EF04-C652E24AE9D5}"/>
              </a:ext>
            </a:extLst>
          </p:cNvPr>
          <p:cNvGrpSpPr/>
          <p:nvPr userDrawn="1"/>
        </p:nvGrpSpPr>
        <p:grpSpPr>
          <a:xfrm>
            <a:off x="887654" y="5374930"/>
            <a:ext cx="14493058" cy="3112199"/>
            <a:chOff x="209757" y="166899"/>
            <a:chExt cx="10882361" cy="2336848"/>
          </a:xfrm>
        </p:grpSpPr>
        <p:pic>
          <p:nvPicPr>
            <p:cNvPr id="37" name="Gráfico 36">
              <a:extLst>
                <a:ext uri="{FF2B5EF4-FFF2-40B4-BE49-F238E27FC236}">
                  <a16:creationId xmlns:a16="http://schemas.microsoft.com/office/drawing/2014/main" id="{F1E6F6E6-A24A-4111-33A6-B93E448B1A3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  <a:effectLst>
              <a:outerShdw dist="163591" dir="2700000" algn="tl" rotWithShape="0">
                <a:prstClr val="black"/>
              </a:outerShdw>
            </a:effectLst>
          </p:spPr>
        </p:pic>
        <p:sp>
          <p:nvSpPr>
            <p:cNvPr id="38" name="Retângulo Arredondado 37">
              <a:extLst>
                <a:ext uri="{FF2B5EF4-FFF2-40B4-BE49-F238E27FC236}">
                  <a16:creationId xmlns:a16="http://schemas.microsoft.com/office/drawing/2014/main" id="{95DCC3B4-71AC-1433-9EAF-720FC4E9DC67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  <a:effectLst>
              <a:outerShdw dist="217323" dir="270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074B2264-36CD-3277-9D0D-4223FD314711}"/>
              </a:ext>
            </a:extLst>
          </p:cNvPr>
          <p:cNvGrpSpPr/>
          <p:nvPr userDrawn="1"/>
        </p:nvGrpSpPr>
        <p:grpSpPr>
          <a:xfrm>
            <a:off x="854997" y="1226199"/>
            <a:ext cx="14493058" cy="3112199"/>
            <a:chOff x="209757" y="166899"/>
            <a:chExt cx="10882361" cy="2336848"/>
          </a:xfrm>
        </p:grpSpPr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87CECAD6-E4B2-5F3B-EC32-BFC201524A1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  <a:effectLst>
              <a:outerShdw dist="163591" dir="2700000" algn="tl" rotWithShape="0">
                <a:prstClr val="black"/>
              </a:outerShdw>
            </a:effectLst>
          </p:spPr>
        </p:pic>
        <p:sp>
          <p:nvSpPr>
            <p:cNvPr id="5" name="Retângulo Arredondado 4">
              <a:extLst>
                <a:ext uri="{FF2B5EF4-FFF2-40B4-BE49-F238E27FC236}">
                  <a16:creationId xmlns:a16="http://schemas.microsoft.com/office/drawing/2014/main" id="{A8D11533-F8CF-546E-00E0-EFFA70975729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  <a:effectLst>
              <a:outerShdw dist="217323" dir="2700000" algn="tl" rotWithShape="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1DE88-B49B-DBF7-2E53-A493D1FC95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3688" y="3070611"/>
            <a:ext cx="6623050" cy="641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Chapter name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3DF5E2-C65A-36EE-177D-EB528B21F4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36346" y="7247990"/>
            <a:ext cx="6623050" cy="69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Chapter name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6A8A83F-E665-C54C-BA77-94595C5681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03689" y="11350946"/>
            <a:ext cx="6623050" cy="5875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Chapter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47BFD2-A9D2-37F8-084F-33B2FF82D9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7982" y="1395829"/>
            <a:ext cx="1066849" cy="10739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A2C8438-2CCC-1004-BB27-9BC3E7BA0C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0677" y="5557370"/>
            <a:ext cx="1495425" cy="11211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0633509-C476-664B-1D2F-84A76F89CC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8020" y="9649087"/>
            <a:ext cx="1495425" cy="13594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29657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Arredondado 4">
            <a:extLst>
              <a:ext uri="{FF2B5EF4-FFF2-40B4-BE49-F238E27FC236}">
                <a16:creationId xmlns:a16="http://schemas.microsoft.com/office/drawing/2014/main" id="{A8D11533-F8CF-546E-00E0-EFFA70975729}"/>
              </a:ext>
            </a:extLst>
          </p:cNvPr>
          <p:cNvSpPr/>
          <p:nvPr userDrawn="1"/>
        </p:nvSpPr>
        <p:spPr>
          <a:xfrm>
            <a:off x="1590320" y="5083315"/>
            <a:ext cx="1367980" cy="1280217"/>
          </a:xfrm>
          <a:prstGeom prst="roundRect">
            <a:avLst>
              <a:gd name="adj" fmla="val 15677"/>
            </a:avLst>
          </a:prstGeom>
          <a:solidFill>
            <a:srgbClr val="00EBB6"/>
          </a:solidFill>
          <a:ln>
            <a:noFill/>
          </a:ln>
          <a:effectLst>
            <a:outerShdw dist="217323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he Future" panose="020B0503060202060203" pitchFamily="34" charset="77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1DE88-B49B-DBF7-2E53-A493D1FC95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0278" y="5599997"/>
            <a:ext cx="8278522" cy="641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47BFD2-A9D2-37F8-084F-33B2FF82D9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24571" y="5218284"/>
            <a:ext cx="1066849" cy="10739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3" name="Retângulo Arredondado 2">
            <a:extLst>
              <a:ext uri="{FF2B5EF4-FFF2-40B4-BE49-F238E27FC236}">
                <a16:creationId xmlns:a16="http://schemas.microsoft.com/office/drawing/2014/main" id="{2CA4C3B2-3085-B8A6-6D48-CCFED142E565}"/>
              </a:ext>
            </a:extLst>
          </p:cNvPr>
          <p:cNvSpPr/>
          <p:nvPr userDrawn="1"/>
        </p:nvSpPr>
        <p:spPr>
          <a:xfrm>
            <a:off x="1590320" y="6937515"/>
            <a:ext cx="1367980" cy="1280217"/>
          </a:xfrm>
          <a:prstGeom prst="roundRect">
            <a:avLst>
              <a:gd name="adj" fmla="val 15677"/>
            </a:avLst>
          </a:prstGeom>
          <a:solidFill>
            <a:srgbClr val="00EBB6"/>
          </a:solidFill>
          <a:ln>
            <a:noFill/>
          </a:ln>
          <a:effectLst>
            <a:outerShdw dist="217323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he Future" panose="020B0503060202060203" pitchFamily="34" charset="77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8A3D192-3DFF-7E29-AF6E-7A514A2B73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0278" y="7454197"/>
            <a:ext cx="8278522" cy="641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4A255618-261E-F386-D2DC-1810ED61D1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24571" y="7072484"/>
            <a:ext cx="1066849" cy="10739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1" name="Retângulo Arredondado 10">
            <a:extLst>
              <a:ext uri="{FF2B5EF4-FFF2-40B4-BE49-F238E27FC236}">
                <a16:creationId xmlns:a16="http://schemas.microsoft.com/office/drawing/2014/main" id="{5B89D02B-AE1D-03C8-9C73-3C25FA6D5E50}"/>
              </a:ext>
            </a:extLst>
          </p:cNvPr>
          <p:cNvSpPr/>
          <p:nvPr userDrawn="1"/>
        </p:nvSpPr>
        <p:spPr>
          <a:xfrm>
            <a:off x="1590320" y="8791715"/>
            <a:ext cx="1367980" cy="1280217"/>
          </a:xfrm>
          <a:prstGeom prst="roundRect">
            <a:avLst>
              <a:gd name="adj" fmla="val 15677"/>
            </a:avLst>
          </a:prstGeom>
          <a:solidFill>
            <a:srgbClr val="00EBB6"/>
          </a:solidFill>
          <a:ln>
            <a:noFill/>
          </a:ln>
          <a:effectLst>
            <a:outerShdw dist="217323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he Future" panose="020B0503060202060203" pitchFamily="34" charset="77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70E2515-03BA-C91B-509A-04ED70E8E96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0277" y="9308397"/>
            <a:ext cx="8278521" cy="641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4E767B78-3350-66C0-16FF-7678EA93F05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24571" y="8926684"/>
            <a:ext cx="1066849" cy="10739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7" name="Retângulo Arredondado 16">
            <a:extLst>
              <a:ext uri="{FF2B5EF4-FFF2-40B4-BE49-F238E27FC236}">
                <a16:creationId xmlns:a16="http://schemas.microsoft.com/office/drawing/2014/main" id="{743A386A-7E8B-588F-791C-8FC45E455F5A}"/>
              </a:ext>
            </a:extLst>
          </p:cNvPr>
          <p:cNvSpPr/>
          <p:nvPr userDrawn="1"/>
        </p:nvSpPr>
        <p:spPr>
          <a:xfrm>
            <a:off x="1590320" y="10645915"/>
            <a:ext cx="1367980" cy="1280217"/>
          </a:xfrm>
          <a:prstGeom prst="roundRect">
            <a:avLst>
              <a:gd name="adj" fmla="val 15677"/>
            </a:avLst>
          </a:prstGeom>
          <a:solidFill>
            <a:srgbClr val="00EBB6"/>
          </a:solidFill>
          <a:ln>
            <a:noFill/>
          </a:ln>
          <a:effectLst>
            <a:outerShdw dist="217323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he Future" panose="020B0503060202060203" pitchFamily="34" charset="77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84B9EED-E1B3-39D9-A152-232022C9BA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10278" y="11162597"/>
            <a:ext cx="8278520" cy="6412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03644DA6-4085-7959-F63D-D2B929DEA7E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4571" y="10780884"/>
            <a:ext cx="1066849" cy="10739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>
                <a:solidFill>
                  <a:schemeClr val="bg1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3AFD1898-4679-C24E-B576-CB5116089266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33" name="Retângulo Arredondado 32">
              <a:extLst>
                <a:ext uri="{FF2B5EF4-FFF2-40B4-BE49-F238E27FC236}">
                  <a16:creationId xmlns:a16="http://schemas.microsoft.com/office/drawing/2014/main" id="{60D05244-1C41-65CB-F0E8-AE03C254C3B8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34" name="Gráfico 33">
              <a:extLst>
                <a:ext uri="{FF2B5EF4-FFF2-40B4-BE49-F238E27FC236}">
                  <a16:creationId xmlns:a16="http://schemas.microsoft.com/office/drawing/2014/main" id="{D9B75C18-BE91-A672-7D3C-83D2A9D19C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A5E87676-BFF6-5D19-B266-147323149DF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</p:spTree>
    <p:extLst>
      <p:ext uri="{BB962C8B-B14F-4D97-AF65-F5344CB8AC3E}">
        <p14:creationId xmlns:p14="http://schemas.microsoft.com/office/powerpoint/2010/main" val="4199738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6F97B579-4444-AED5-8E31-B6E9DE5501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065512" y="1292101"/>
            <a:ext cx="15644295" cy="9091054"/>
          </a:xfrm>
          <a:prstGeom prst="rect">
            <a:avLst/>
          </a:prstGeom>
          <a:effectLst>
            <a:outerShdw dist="225663" dir="2700000" algn="tl" rotWithShape="0">
              <a:prstClr val="black"/>
            </a:outerShdw>
          </a:effec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E31F9C-7B86-894D-DEDC-4F95CB4341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38357" y="4321565"/>
            <a:ext cx="12122368" cy="1516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FE889-35FC-45D4-FE09-A053A08E1D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38358" y="7352361"/>
            <a:ext cx="12122368" cy="151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140483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"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6F97B579-4444-AED5-8E31-B6E9DE5501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065512" y="1292101"/>
            <a:ext cx="15644295" cy="9091054"/>
          </a:xfrm>
          <a:prstGeom prst="rect">
            <a:avLst/>
          </a:prstGeom>
          <a:effectLst>
            <a:outerShdw dist="225663" dir="2700000" algn="tl" rotWithShape="0">
              <a:prstClr val="black"/>
            </a:outerShdw>
          </a:effec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E31F9C-7B86-894D-DEDC-4F95CB4341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38357" y="4321565"/>
            <a:ext cx="12122368" cy="1516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FE889-35FC-45D4-FE09-A053A08E1D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38358" y="7352361"/>
            <a:ext cx="12122368" cy="1516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790277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278C9879-6708-FA43-B47A-E4E7DF2B3B28}"/>
              </a:ext>
            </a:extLst>
          </p:cNvPr>
          <p:cNvSpPr/>
          <p:nvPr userDrawn="1"/>
        </p:nvSpPr>
        <p:spPr>
          <a:xfrm>
            <a:off x="1724571" y="3853543"/>
            <a:ext cx="10466634" cy="8042401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98666A74-7195-29C2-3D32-BB043AC5E1C6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14" name="Retângulo Arredondado 13">
              <a:extLst>
                <a:ext uri="{FF2B5EF4-FFF2-40B4-BE49-F238E27FC236}">
                  <a16:creationId xmlns:a16="http://schemas.microsoft.com/office/drawing/2014/main" id="{07D50842-6C13-14FF-6E8C-F80B83727E44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9" name="Gráfico 18">
              <a:extLst>
                <a:ext uri="{FF2B5EF4-FFF2-40B4-BE49-F238E27FC236}">
                  <a16:creationId xmlns:a16="http://schemas.microsoft.com/office/drawing/2014/main" id="{5B9BDB7E-BE59-B543-1EF3-88786A04299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45898" y="4455923"/>
            <a:ext cx="9535474" cy="70480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10EF2D0-780F-44D9-3D87-B3AEAA5993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25" name="Rounded Rectangle 7">
            <a:extLst>
              <a:ext uri="{FF2B5EF4-FFF2-40B4-BE49-F238E27FC236}">
                <a16:creationId xmlns:a16="http://schemas.microsoft.com/office/drawing/2014/main" id="{FF72C03B-CAA9-9628-9647-698E0CDB8B93}"/>
              </a:ext>
            </a:extLst>
          </p:cNvPr>
          <p:cNvSpPr/>
          <p:nvPr userDrawn="1"/>
        </p:nvSpPr>
        <p:spPr>
          <a:xfrm>
            <a:off x="13592674" y="3853543"/>
            <a:ext cx="9603968" cy="7240679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7B2E0D34-13D0-7CEC-E77C-03DC39FC12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143017" y="4455923"/>
            <a:ext cx="8514825" cy="61576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10823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00218C2-783C-C0A7-BF59-00C4DB2CEC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585372" y="4333468"/>
            <a:ext cx="9496944" cy="616857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The Future" panose="020B0503060202060203" pitchFamily="34" charset="77"/>
              </a:defRPr>
            </a:lvl1pPr>
          </a:lstStyle>
          <a:p>
            <a:endParaRPr lang="en-PT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51F28326-0441-A72C-22FA-A83FE95B5B50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16" name="Retângulo Arredondado 15">
              <a:extLst>
                <a:ext uri="{FF2B5EF4-FFF2-40B4-BE49-F238E27FC236}">
                  <a16:creationId xmlns:a16="http://schemas.microsoft.com/office/drawing/2014/main" id="{6D95B4EE-4B5E-E3A5-A2E8-F6E7FE234347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7" name="Gráfico 16">
              <a:extLst>
                <a:ext uri="{FF2B5EF4-FFF2-40B4-BE49-F238E27FC236}">
                  <a16:creationId xmlns:a16="http://schemas.microsoft.com/office/drawing/2014/main" id="{3B02EAB2-5AC6-7CBC-D659-D634D647AAF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D4A89D1-94AB-5B8B-99B6-8D9B330499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BCE4F53B-3F3A-7093-8E44-9D7A29BA20FA}"/>
              </a:ext>
            </a:extLst>
          </p:cNvPr>
          <p:cNvSpPr/>
          <p:nvPr userDrawn="1"/>
        </p:nvSpPr>
        <p:spPr>
          <a:xfrm>
            <a:off x="1724571" y="3853543"/>
            <a:ext cx="10466634" cy="8042401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4402D27A-EF88-5266-5046-3822D0C22E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45898" y="4455923"/>
            <a:ext cx="9535474" cy="70480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925035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24572" y="4333468"/>
            <a:ext cx="10747132" cy="8304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00218C2-783C-C0A7-BF59-00C4DB2CEC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585372" y="4333468"/>
            <a:ext cx="9496944" cy="616857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The Future" panose="020B0503060202060203" pitchFamily="34" charset="77"/>
              </a:defRPr>
            </a:lvl1pPr>
          </a:lstStyle>
          <a:p>
            <a:endParaRPr lang="en-PT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51F28326-0441-A72C-22FA-A83FE95B5B50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16" name="Retângulo Arredondado 15">
              <a:extLst>
                <a:ext uri="{FF2B5EF4-FFF2-40B4-BE49-F238E27FC236}">
                  <a16:creationId xmlns:a16="http://schemas.microsoft.com/office/drawing/2014/main" id="{6D95B4EE-4B5E-E3A5-A2E8-F6E7FE234347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7" name="Gráfico 16">
              <a:extLst>
                <a:ext uri="{FF2B5EF4-FFF2-40B4-BE49-F238E27FC236}">
                  <a16:creationId xmlns:a16="http://schemas.microsoft.com/office/drawing/2014/main" id="{3B02EAB2-5AC6-7CBC-D659-D634D647AAF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D4A89D1-94AB-5B8B-99B6-8D9B330499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</p:spTree>
    <p:extLst>
      <p:ext uri="{BB962C8B-B14F-4D97-AF65-F5344CB8AC3E}">
        <p14:creationId xmlns:p14="http://schemas.microsoft.com/office/powerpoint/2010/main" val="95043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24572" y="4333468"/>
            <a:ext cx="10747132" cy="8304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D4A89D1-94AB-5B8B-99B6-8D9B330499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4572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pic>
        <p:nvPicPr>
          <p:cNvPr id="2" name="Image 2" descr=" ">
            <a:extLst>
              <a:ext uri="{FF2B5EF4-FFF2-40B4-BE49-F238E27FC236}">
                <a16:creationId xmlns:a16="http://schemas.microsoft.com/office/drawing/2014/main" id="{B311C74A-0DAC-DEC1-AF2F-675A1FDA31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3807" y="0"/>
            <a:ext cx="10147465" cy="662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351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titles+2texts">
    <p:bg>
      <p:bg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24571" y="4126716"/>
            <a:ext cx="11373621" cy="74351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00218C2-783C-C0A7-BF59-00C4DB2CEC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851064" y="4126716"/>
            <a:ext cx="8596765" cy="65521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ysClr val="windowText" lastClr="000000"/>
                </a:solidFill>
                <a:latin typeface="The Future" panose="020B0503060202060203" pitchFamily="34" charset="77"/>
              </a:defRPr>
            </a:lvl1pPr>
          </a:lstStyle>
          <a:p>
            <a:endParaRPr lang="en-PT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E7C16951-3914-6714-8CC8-BA918BA6C054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solidFill>
            <a:schemeClr val="bg1"/>
          </a:solidFill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10" name="Retângulo Arredondado 9">
              <a:extLst>
                <a:ext uri="{FF2B5EF4-FFF2-40B4-BE49-F238E27FC236}">
                  <a16:creationId xmlns:a16="http://schemas.microsoft.com/office/drawing/2014/main" id="{308D182D-5285-4C62-0335-9D39E0FA9314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79DCABCA-B8F3-D301-6696-9F8EF4C0683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B6CD1FD-E9D8-AB57-1F09-17AB86F4FE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</p:spTree>
    <p:extLst>
      <p:ext uri="{BB962C8B-B14F-4D97-AF65-F5344CB8AC3E}">
        <p14:creationId xmlns:p14="http://schemas.microsoft.com/office/powerpoint/2010/main" val="970375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FA2333C-4BCB-77AA-7246-FC807E4AF680}"/>
              </a:ext>
            </a:extLst>
          </p:cNvPr>
          <p:cNvSpPr/>
          <p:nvPr userDrawn="1"/>
        </p:nvSpPr>
        <p:spPr>
          <a:xfrm>
            <a:off x="1724571" y="4642379"/>
            <a:ext cx="10466634" cy="7253565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52029" y="5321265"/>
            <a:ext cx="9539227" cy="6010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6653B7A-EF6E-56E2-504A-8CFF0928C7C3}"/>
              </a:ext>
            </a:extLst>
          </p:cNvPr>
          <p:cNvGrpSpPr/>
          <p:nvPr userDrawn="1"/>
        </p:nvGrpSpPr>
        <p:grpSpPr>
          <a:xfrm>
            <a:off x="799010" y="875420"/>
            <a:ext cx="11392193" cy="3291096"/>
            <a:chOff x="209757" y="166899"/>
            <a:chExt cx="11392193" cy="3291096"/>
          </a:xfrm>
          <a:effectLst/>
        </p:grpSpPr>
        <p:sp>
          <p:nvSpPr>
            <p:cNvPr id="3" name="Retângulo Arredondado 2">
              <a:extLst>
                <a:ext uri="{FF2B5EF4-FFF2-40B4-BE49-F238E27FC236}">
                  <a16:creationId xmlns:a16="http://schemas.microsoft.com/office/drawing/2014/main" id="{C228352D-C372-FF5C-0E3D-DCE88417CA05}"/>
                </a:ext>
              </a:extLst>
            </p:cNvPr>
            <p:cNvSpPr/>
            <p:nvPr userDrawn="1"/>
          </p:nvSpPr>
          <p:spPr>
            <a:xfrm>
              <a:off x="1135317" y="1081346"/>
              <a:ext cx="10466633" cy="2376649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CA1BFE6D-7E35-89D0-0E4C-6A15F62878C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88429CE-0E4F-A750-05D5-5A10513758C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50116" y="2154185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B0D9B78-BE28-5447-A491-1705D80018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50115" y="3180129"/>
            <a:ext cx="9149613" cy="550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Project 001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352989AB-23F6-343D-22C1-1483797FF1D3}"/>
              </a:ext>
            </a:extLst>
          </p:cNvPr>
          <p:cNvSpPr/>
          <p:nvPr userDrawn="1"/>
        </p:nvSpPr>
        <p:spPr>
          <a:xfrm>
            <a:off x="13592674" y="4647359"/>
            <a:ext cx="9603968" cy="644686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DB362-2E18-66E2-E920-D006A8B8B7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143017" y="5346341"/>
            <a:ext cx="8514825" cy="52672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029949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FA2333C-4BCB-77AA-7246-FC807E4AF680}"/>
              </a:ext>
            </a:extLst>
          </p:cNvPr>
          <p:cNvSpPr/>
          <p:nvPr userDrawn="1"/>
        </p:nvSpPr>
        <p:spPr>
          <a:xfrm>
            <a:off x="1724571" y="4642379"/>
            <a:ext cx="10466634" cy="7253565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86830" y="5966827"/>
            <a:ext cx="8310694" cy="5099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6653B7A-EF6E-56E2-504A-8CFF0928C7C3}"/>
              </a:ext>
            </a:extLst>
          </p:cNvPr>
          <p:cNvGrpSpPr/>
          <p:nvPr userDrawn="1"/>
        </p:nvGrpSpPr>
        <p:grpSpPr>
          <a:xfrm>
            <a:off x="799010" y="875420"/>
            <a:ext cx="11392193" cy="3291096"/>
            <a:chOff x="209757" y="166899"/>
            <a:chExt cx="11392193" cy="3291096"/>
          </a:xfrm>
          <a:effectLst/>
        </p:grpSpPr>
        <p:sp>
          <p:nvSpPr>
            <p:cNvPr id="3" name="Retângulo Arredondado 2">
              <a:extLst>
                <a:ext uri="{FF2B5EF4-FFF2-40B4-BE49-F238E27FC236}">
                  <a16:creationId xmlns:a16="http://schemas.microsoft.com/office/drawing/2014/main" id="{C228352D-C372-FF5C-0E3D-DCE88417CA05}"/>
                </a:ext>
              </a:extLst>
            </p:cNvPr>
            <p:cNvSpPr/>
            <p:nvPr userDrawn="1"/>
          </p:nvSpPr>
          <p:spPr>
            <a:xfrm>
              <a:off x="1135317" y="1081346"/>
              <a:ext cx="10466633" cy="2376649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CA1BFE6D-7E35-89D0-0E4C-6A15F62878C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88429CE-0E4F-A750-05D5-5A10513758C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50116" y="2154185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B0D9B78-BE28-5447-A491-1705D80018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50115" y="3180129"/>
            <a:ext cx="9149613" cy="550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Project 001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38FD39B2-CA62-3020-6F38-4B4361E239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16764" y="1789867"/>
            <a:ext cx="10466633" cy="901964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775075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2titles+2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D4F1592-AD23-CFD5-BB9B-5C632A1E5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24570" y="5556778"/>
            <a:ext cx="10162630" cy="6339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6653B7A-EF6E-56E2-504A-8CFF0928C7C3}"/>
              </a:ext>
            </a:extLst>
          </p:cNvPr>
          <p:cNvGrpSpPr/>
          <p:nvPr userDrawn="1"/>
        </p:nvGrpSpPr>
        <p:grpSpPr>
          <a:xfrm>
            <a:off x="799010" y="875420"/>
            <a:ext cx="11392193" cy="3291096"/>
            <a:chOff x="209757" y="166899"/>
            <a:chExt cx="11392193" cy="3291096"/>
          </a:xfrm>
          <a:effectLst/>
        </p:grpSpPr>
        <p:sp>
          <p:nvSpPr>
            <p:cNvPr id="3" name="Retângulo Arredondado 2">
              <a:extLst>
                <a:ext uri="{FF2B5EF4-FFF2-40B4-BE49-F238E27FC236}">
                  <a16:creationId xmlns:a16="http://schemas.microsoft.com/office/drawing/2014/main" id="{C228352D-C372-FF5C-0E3D-DCE88417CA05}"/>
                </a:ext>
              </a:extLst>
            </p:cNvPr>
            <p:cNvSpPr/>
            <p:nvPr userDrawn="1"/>
          </p:nvSpPr>
          <p:spPr>
            <a:xfrm>
              <a:off x="1135317" y="1081346"/>
              <a:ext cx="10466633" cy="2376649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CA1BFE6D-7E35-89D0-0E4C-6A15F62878C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88429CE-0E4F-A750-05D5-5A10513758C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50116" y="2154185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B0D9B78-BE28-5447-A491-1705D80018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50115" y="3180129"/>
            <a:ext cx="9149613" cy="5502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Project 001</a:t>
            </a:r>
          </a:p>
        </p:txBody>
      </p:sp>
    </p:spTree>
    <p:extLst>
      <p:ext uri="{BB962C8B-B14F-4D97-AF65-F5344CB8AC3E}">
        <p14:creationId xmlns:p14="http://schemas.microsoft.com/office/powerpoint/2010/main" val="60596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text_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F04DF43C-CE67-8190-4FBB-13D1D28A27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617890" y="4147457"/>
            <a:ext cx="6518480" cy="6620478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3A34B9F-233D-01EA-BAB9-C15CBFD8EC4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71230" y="4147457"/>
            <a:ext cx="6982257" cy="77786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A8FE62F-0680-6061-A7BD-29614B812C8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724571" y="4147457"/>
            <a:ext cx="6982257" cy="77786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651B028-3692-0FEE-992A-E4B5858CC6BA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9" name="Retângulo Arredondado 8">
              <a:extLst>
                <a:ext uri="{FF2B5EF4-FFF2-40B4-BE49-F238E27FC236}">
                  <a16:creationId xmlns:a16="http://schemas.microsoft.com/office/drawing/2014/main" id="{C9D6380B-F289-2E8B-C4D0-32F1643C124D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C24FB974-4A82-5270-47A3-9469BA5731E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D7E6BB0-233D-495D-3EFF-30A5306BEC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</p:spTree>
    <p:extLst>
      <p:ext uri="{BB962C8B-B14F-4D97-AF65-F5344CB8AC3E}">
        <p14:creationId xmlns:p14="http://schemas.microsoft.com/office/powerpoint/2010/main" val="1371438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text_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61E36096-1D37-3DA3-E326-573CBB1412A1}"/>
              </a:ext>
            </a:extLst>
          </p:cNvPr>
          <p:cNvSpPr/>
          <p:nvPr userDrawn="1"/>
        </p:nvSpPr>
        <p:spPr>
          <a:xfrm>
            <a:off x="1724571" y="4117271"/>
            <a:ext cx="6982256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9CC908E0-1A62-726A-2377-FB941B05768F}"/>
              </a:ext>
            </a:extLst>
          </p:cNvPr>
          <p:cNvSpPr/>
          <p:nvPr userDrawn="1"/>
        </p:nvSpPr>
        <p:spPr>
          <a:xfrm>
            <a:off x="9171231" y="4117270"/>
            <a:ext cx="6982256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44487F9C-FC9F-2AB6-11BC-D05597F21163}"/>
              </a:ext>
            </a:extLst>
          </p:cNvPr>
          <p:cNvSpPr/>
          <p:nvPr userDrawn="1"/>
        </p:nvSpPr>
        <p:spPr>
          <a:xfrm>
            <a:off x="16617889" y="4117270"/>
            <a:ext cx="6731968" cy="6650666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A8FE62F-0680-6061-A7BD-29614B812C8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220686" y="4669972"/>
            <a:ext cx="5910943" cy="64987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651B028-3692-0FEE-992A-E4B5858CC6BA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9" name="Retângulo Arredondado 8">
              <a:extLst>
                <a:ext uri="{FF2B5EF4-FFF2-40B4-BE49-F238E27FC236}">
                  <a16:creationId xmlns:a16="http://schemas.microsoft.com/office/drawing/2014/main" id="{C9D6380B-F289-2E8B-C4D0-32F1643C124D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C24FB974-4A82-5270-47A3-9469BA5731E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D7E6BB0-233D-495D-3EFF-30A5306BEC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EF2423E5-A848-62DC-5A81-DBFC671B550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706887" y="4669972"/>
            <a:ext cx="5910943" cy="64987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0ABC1935-F816-9C91-5F26-542C720E9F8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7153545" y="4669972"/>
            <a:ext cx="5771769" cy="56170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8337152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text_boxes">
    <p:bg>
      <p:bgPr>
        <a:gradFill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8AE30C7A-166A-3582-D327-C28888784179}"/>
              </a:ext>
            </a:extLst>
          </p:cNvPr>
          <p:cNvSpPr/>
          <p:nvPr userDrawn="1"/>
        </p:nvSpPr>
        <p:spPr>
          <a:xfrm>
            <a:off x="1724571" y="4117271"/>
            <a:ext cx="6982256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905CB42E-C63A-1292-600E-34EB56A86BB4}"/>
              </a:ext>
            </a:extLst>
          </p:cNvPr>
          <p:cNvSpPr/>
          <p:nvPr userDrawn="1"/>
        </p:nvSpPr>
        <p:spPr>
          <a:xfrm>
            <a:off x="9171231" y="4117270"/>
            <a:ext cx="6982256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D995D7FC-6007-3D01-4D9F-80BE877A061A}"/>
              </a:ext>
            </a:extLst>
          </p:cNvPr>
          <p:cNvSpPr/>
          <p:nvPr userDrawn="1"/>
        </p:nvSpPr>
        <p:spPr>
          <a:xfrm>
            <a:off x="16617889" y="4117270"/>
            <a:ext cx="6731968" cy="6650666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E2C36A2-CE87-9945-85A8-4EA35EB810D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220686" y="4669972"/>
            <a:ext cx="5910943" cy="64987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A06881B8-4A71-495F-D6EC-ED1C8D414B71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solidFill>
            <a:schemeClr val="bg1"/>
          </a:solidFill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10" name="Retângulo Arredondado 9">
              <a:extLst>
                <a:ext uri="{FF2B5EF4-FFF2-40B4-BE49-F238E27FC236}">
                  <a16:creationId xmlns:a16="http://schemas.microsoft.com/office/drawing/2014/main" id="{4AE1926E-0892-AC71-E6E9-2E9047897EEC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C8BC1A13-802C-0EF4-061C-3DE3A083D96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CC9ACD0-03AC-AC8D-5A49-1E4E9DA8A54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CD4159AF-2A50-16B4-E947-7CA216ABC1A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706887" y="4669972"/>
            <a:ext cx="5910943" cy="64987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29BA9D49-2A96-4B85-0791-65293D8BE48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7153545" y="4669972"/>
            <a:ext cx="5771769" cy="56170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988336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text_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7">
            <a:extLst>
              <a:ext uri="{FF2B5EF4-FFF2-40B4-BE49-F238E27FC236}">
                <a16:creationId xmlns:a16="http://schemas.microsoft.com/office/drawing/2014/main" id="{61E36096-1D37-3DA3-E326-573CBB1412A1}"/>
              </a:ext>
            </a:extLst>
          </p:cNvPr>
          <p:cNvSpPr/>
          <p:nvPr userDrawn="1"/>
        </p:nvSpPr>
        <p:spPr>
          <a:xfrm>
            <a:off x="1724571" y="4117271"/>
            <a:ext cx="4934257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9CC908E0-1A62-726A-2377-FB941B05768F}"/>
              </a:ext>
            </a:extLst>
          </p:cNvPr>
          <p:cNvSpPr/>
          <p:nvPr userDrawn="1"/>
        </p:nvSpPr>
        <p:spPr>
          <a:xfrm>
            <a:off x="7341331" y="4117270"/>
            <a:ext cx="4934257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44487F9C-FC9F-2AB6-11BC-D05597F21163}"/>
              </a:ext>
            </a:extLst>
          </p:cNvPr>
          <p:cNvSpPr/>
          <p:nvPr userDrawn="1"/>
        </p:nvSpPr>
        <p:spPr>
          <a:xfrm>
            <a:off x="12958091" y="4117269"/>
            <a:ext cx="4757383" cy="77786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AA8FE62F-0680-6061-A7BD-29614B812C8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150116" y="4560682"/>
            <a:ext cx="4082143" cy="6891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651B028-3692-0FEE-992A-E4B5858CC6BA}"/>
              </a:ext>
            </a:extLst>
          </p:cNvPr>
          <p:cNvGrpSpPr/>
          <p:nvPr userDrawn="1"/>
        </p:nvGrpSpPr>
        <p:grpSpPr>
          <a:xfrm>
            <a:off x="799010" y="875420"/>
            <a:ext cx="10882361" cy="2336848"/>
            <a:chOff x="209757" y="166899"/>
            <a:chExt cx="10882361" cy="2336848"/>
          </a:xfrm>
          <a:effectLst>
            <a:outerShdw dist="136565" dir="13500000" algn="br" rotWithShape="0">
              <a:prstClr val="black"/>
            </a:outerShdw>
          </a:effectLst>
        </p:grpSpPr>
        <p:sp>
          <p:nvSpPr>
            <p:cNvPr id="9" name="Retângulo Arredondado 8">
              <a:extLst>
                <a:ext uri="{FF2B5EF4-FFF2-40B4-BE49-F238E27FC236}">
                  <a16:creationId xmlns:a16="http://schemas.microsoft.com/office/drawing/2014/main" id="{C9D6380B-F289-2E8B-C4D0-32F1643C124D}"/>
                </a:ext>
              </a:extLst>
            </p:cNvPr>
            <p:cNvSpPr/>
            <p:nvPr userDrawn="1"/>
          </p:nvSpPr>
          <p:spPr>
            <a:xfrm>
              <a:off x="1135318" y="1081347"/>
              <a:ext cx="9956800" cy="1422400"/>
            </a:xfrm>
            <a:prstGeom prst="roundRect">
              <a:avLst>
                <a:gd name="adj" fmla="val 15677"/>
              </a:avLst>
            </a:prstGeom>
            <a:solidFill>
              <a:srgbClr val="00EB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he Future" panose="020B0503060202060203" pitchFamily="34" charset="77"/>
              </a:endParaRPr>
            </a:p>
          </p:txBody>
        </p:sp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C24FB974-4A82-5270-47A3-9469BA5731E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4718" t="73808" r="-1"/>
            <a:stretch/>
          </p:blipFill>
          <p:spPr>
            <a:xfrm rot="10800000">
              <a:off x="209757" y="166899"/>
              <a:ext cx="1187821" cy="1182992"/>
            </a:xfrm>
            <a:prstGeom prst="rect">
              <a:avLst/>
            </a:prstGeom>
          </p:spPr>
        </p:pic>
      </p:grp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D7E6BB0-233D-495D-3EFF-30A5306BEC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6831" y="2154182"/>
            <a:ext cx="9155236" cy="623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r>
              <a:rPr lang="en-PT"/>
              <a:t>Heading here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5DFA351F-0F00-06E7-FCFE-8D3D29DFDA7D}"/>
              </a:ext>
            </a:extLst>
          </p:cNvPr>
          <p:cNvSpPr/>
          <p:nvPr userDrawn="1"/>
        </p:nvSpPr>
        <p:spPr>
          <a:xfrm>
            <a:off x="18397977" y="4117270"/>
            <a:ext cx="4934257" cy="7051473"/>
          </a:xfrm>
          <a:prstGeom prst="roundRect">
            <a:avLst>
              <a:gd name="adj" fmla="val 5144"/>
            </a:avLst>
          </a:prstGeom>
          <a:solidFill>
            <a:schemeClr val="bg1"/>
          </a:solidFill>
          <a:ln w="44450">
            <a:solidFill>
              <a:srgbClr val="000000"/>
            </a:solidFill>
          </a:ln>
          <a:effectLst>
            <a:outerShdw dist="95565" dir="2700000" algn="tl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atin typeface="The Future" panose="020B0503060202060203" pitchFamily="34" charset="77"/>
            </a:endParaRP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530C8676-B0DF-924B-6F95-987DC951F52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767387" y="4560683"/>
            <a:ext cx="4082143" cy="6891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4FAC6C0C-890C-BECE-FB8C-28B3F3F94A4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3295710" y="4560682"/>
            <a:ext cx="4082143" cy="6891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BDD0E519-5E80-8812-9D34-6260444672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8824033" y="4560682"/>
            <a:ext cx="4082143" cy="6314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666950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CF0C8F35-4B03-478E-885A-FBF20D719A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7884" y="1618147"/>
            <a:ext cx="18887236" cy="11477568"/>
          </a:xfrm>
          <a:prstGeom prst="rect">
            <a:avLst/>
          </a:prstGeom>
        </p:spPr>
      </p:pic>
      <p:pic>
        <p:nvPicPr>
          <p:cNvPr id="14" name="Picture 13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96BB306D-E3A1-AA29-7649-725F4CFA0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530809" y="3466498"/>
            <a:ext cx="10823720" cy="59684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F7F4F-6A10-3C09-6C73-F2F9DDF318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33665" y="7356931"/>
            <a:ext cx="7135813" cy="8311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5F14B-E3E2-6703-ABF7-7E8BF9604A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33665" y="8493580"/>
            <a:ext cx="9074150" cy="941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17AE09-3A0D-A2A9-8B63-FC05CA6995E1}"/>
              </a:ext>
            </a:extLst>
          </p:cNvPr>
          <p:cNvSpPr txBox="1"/>
          <p:nvPr userDrawn="1"/>
        </p:nvSpPr>
        <p:spPr>
          <a:xfrm>
            <a:off x="1186542" y="11592705"/>
            <a:ext cx="8876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>
                <a:solidFill>
                  <a:srgbClr val="000000"/>
                </a:solidFill>
                <a:latin typeface="The Future" panose="020B0503060202060203" pitchFamily="34" charset="77"/>
              </a:rPr>
              <a:t>x</a:t>
            </a:r>
            <a:r>
              <a:rPr lang="en-PT" sz="2400" b="1">
                <a:solidFill>
                  <a:srgbClr val="000000"/>
                </a:solidFill>
                <a:latin typeface="The Future" panose="020B0503060202060203" pitchFamily="34" charset="77"/>
              </a:rPr>
              <a:t>geeks.</a:t>
            </a:r>
            <a:r>
              <a:rPr lang="pt-PT" sz="2400" b="1">
                <a:solidFill>
                  <a:srgbClr val="000000"/>
                </a:solidFill>
                <a:latin typeface="The Future" panose="020B0503060202060203" pitchFamily="34" charset="77"/>
              </a:rPr>
              <a:t>com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278295-72EB-45A0-0B80-A16FF20B0C3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86542" y="12259267"/>
            <a:ext cx="6192982" cy="55487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7FC229A-6CA4-2F61-DB67-F665D178FD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3664" y="2865055"/>
            <a:ext cx="8607306" cy="34940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800">
                <a:solidFill>
                  <a:srgbClr val="000000"/>
                </a:solidFill>
                <a:latin typeface="The Future" panose="020B0503060202060203" pitchFamily="34" charset="77"/>
              </a:defRPr>
            </a:lvl1pPr>
          </a:lstStyle>
          <a:p>
            <a:pPr lvl="0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4144367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B w picture &amp;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959283D5-6A6E-1F5D-2430-1ECD6F1A28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978022" y="1314500"/>
            <a:ext cx="17290726" cy="10507386"/>
          </a:xfrm>
          <a:prstGeom prst="rect">
            <a:avLst/>
          </a:prstGeom>
        </p:spPr>
      </p:pic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F33F2296-E5A0-3047-B58B-8E49370193F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6146397" y="3638681"/>
            <a:ext cx="7257993" cy="6974889"/>
          </a:xfrm>
          <a:prstGeom prst="roundRect">
            <a:avLst>
              <a:gd name="adj" fmla="val 9637"/>
            </a:avLst>
          </a:prstGeom>
        </p:spPr>
        <p:txBody>
          <a:bodyPr/>
          <a:lstStyle/>
          <a:p>
            <a:r>
              <a:rPr lang="en-DE"/>
              <a:t>Add a picture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8F8835-3CF9-2A41-9AF7-514706AF83CF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2070962" y="4456112"/>
            <a:ext cx="13081952" cy="61574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0" b="0" i="0" baseline="0">
                <a:solidFill>
                  <a:schemeClr val="bg1"/>
                </a:solidFill>
                <a:latin typeface="The Future" panose="020B0503060202060203" pitchFamily="34" charset="77"/>
              </a:defRPr>
            </a:lvl1pPr>
            <a:lvl2pPr>
              <a:defRPr sz="10000" baseline="0">
                <a:latin typeface="Tahoma" panose="020B0604030504040204" pitchFamily="34" charset="0"/>
              </a:defRPr>
            </a:lvl2pPr>
            <a:lvl3pPr>
              <a:defRPr sz="10000" baseline="0">
                <a:latin typeface="Tahoma" panose="020B0604030504040204" pitchFamily="34" charset="0"/>
              </a:defRPr>
            </a:lvl3pPr>
            <a:lvl4pPr>
              <a:defRPr sz="10000" baseline="0">
                <a:latin typeface="Tahoma" panose="020B0604030504040204" pitchFamily="34" charset="0"/>
              </a:defRPr>
            </a:lvl4pPr>
            <a:lvl5pPr>
              <a:defRPr sz="10000" baseline="0">
                <a:latin typeface="Tahoma" panose="020B0604030504040204" pitchFamily="34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3DA7F14-8365-874C-A824-BABC26CA413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93276" y="858142"/>
            <a:ext cx="4803461" cy="904874"/>
          </a:xfrm>
          <a:prstGeom prst="rect">
            <a:avLst/>
          </a:prstGeom>
          <a:noFill/>
        </p:spPr>
        <p:txBody>
          <a:bodyPr/>
          <a:lstStyle/>
          <a:p>
            <a:r>
              <a:rPr lang="en-DE"/>
              <a:t>Client logos</a:t>
            </a:r>
          </a:p>
        </p:txBody>
      </p:sp>
    </p:spTree>
    <p:extLst>
      <p:ext uri="{BB962C8B-B14F-4D97-AF65-F5344CB8AC3E}">
        <p14:creationId xmlns:p14="http://schemas.microsoft.com/office/powerpoint/2010/main" val="9443231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1100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A86C5-EAE9-354C-A860-C60579919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7802" y="2244726"/>
            <a:ext cx="18286810" cy="4775200"/>
          </a:xfrm>
        </p:spPr>
        <p:txBody>
          <a:bodyPr anchor="b"/>
          <a:lstStyle>
            <a:lvl1pPr algn="ctr">
              <a:defRPr sz="11999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C88B85-524F-7D4E-9094-C34FE9DF0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7802" y="7204076"/>
            <a:ext cx="1828681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n-GB"/>
              <a:t>Click to edit Master subtitle style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60F73-9E70-A34D-BB38-0C5BE9CE6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DFCF-0F8F-3F45-9987-E4C29CE9DF53}" type="datetimeFigureOut">
              <a:rPr lang="en-PT" smtClean="0"/>
              <a:t>9/15/26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41464-AD4D-084D-A0EF-D719F2E4F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6847D-0359-C346-8C93-119CA0043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84403-8CB6-A242-8972-1634FE990460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129310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Tipo de letra, Gráficos, design gráfico, captura de ecrã&#10;&#10;Descrição gerada automaticamente">
            <a:extLst>
              <a:ext uri="{FF2B5EF4-FFF2-40B4-BE49-F238E27FC236}">
                <a16:creationId xmlns:a16="http://schemas.microsoft.com/office/drawing/2014/main" id="{F895EC69-E605-0286-1834-4707FF996982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20826791" y="11783033"/>
            <a:ext cx="2603746" cy="107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044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64" r:id="rId2"/>
    <p:sldLayoutId id="2147483765" r:id="rId3"/>
    <p:sldLayoutId id="2147483740" r:id="rId4"/>
    <p:sldLayoutId id="2147483762" r:id="rId5"/>
    <p:sldLayoutId id="2147483731" r:id="rId6"/>
    <p:sldLayoutId id="2147483755" r:id="rId7"/>
    <p:sldLayoutId id="2147483685" r:id="rId8"/>
    <p:sldLayoutId id="2147483747" r:id="rId9"/>
    <p:sldLayoutId id="2147483758" r:id="rId10"/>
    <p:sldLayoutId id="2147483766" r:id="rId11"/>
    <p:sldLayoutId id="2147483745" r:id="rId12"/>
    <p:sldLayoutId id="2147483743" r:id="rId13"/>
    <p:sldLayoutId id="2147483756" r:id="rId14"/>
    <p:sldLayoutId id="2147483757" r:id="rId15"/>
    <p:sldLayoutId id="2147483748" r:id="rId16"/>
    <p:sldLayoutId id="2147483759" r:id="rId17"/>
    <p:sldLayoutId id="2147483746" r:id="rId18"/>
    <p:sldLayoutId id="2147483760" r:id="rId19"/>
    <p:sldLayoutId id="2147483702" r:id="rId20"/>
    <p:sldLayoutId id="2147483749" r:id="rId21"/>
    <p:sldLayoutId id="2147483751" r:id="rId22"/>
    <p:sldLayoutId id="2147483767" r:id="rId23"/>
  </p:sldLayoutIdLst>
  <p:hf hdr="0"/>
  <p:txStyles>
    <p:titleStyle>
      <a:lvl1pPr marL="0" indent="0" algn="l" defTabSz="1828709" rtl="0" eaLnBrk="1" latinLnBrk="0" hangingPunct="1">
        <a:lnSpc>
          <a:spcPct val="100000"/>
        </a:lnSpc>
        <a:spcBef>
          <a:spcPct val="0"/>
        </a:spcBef>
        <a:buFont typeface="+mj-lt"/>
        <a:buNone/>
        <a:defRPr sz="8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100000"/>
        </a:lnSpc>
        <a:spcBef>
          <a:spcPts val="2000"/>
        </a:spcBef>
        <a:buFont typeface="Arial" panose="020B0604020202020204" pitchFamily="34" charset="0"/>
        <a:buChar char="•"/>
        <a:defRPr sz="4000" b="1" i="0" kern="1200">
          <a:solidFill>
            <a:schemeClr val="tx1"/>
          </a:solidFill>
          <a:latin typeface="+mj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+mj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000" b="1" i="0" kern="1200">
          <a:solidFill>
            <a:schemeClr val="tx1"/>
          </a:solidFill>
          <a:latin typeface="+mj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1601" userDrawn="1">
          <p15:clr>
            <a:srgbClr val="F26B43"/>
          </p15:clr>
        </p15:guide>
        <p15:guide id="3" pos="13757" userDrawn="1">
          <p15:clr>
            <a:srgbClr val="F26B43"/>
          </p15:clr>
        </p15:guide>
        <p15:guide id="4" pos="3688" userDrawn="1">
          <p15:clr>
            <a:srgbClr val="F26B43"/>
          </p15:clr>
        </p15:guide>
        <p15:guide id="5" orient="horz" pos="1916" userDrawn="1">
          <p15:clr>
            <a:srgbClr val="F26B43"/>
          </p15:clr>
        </p15:guide>
        <p15:guide id="6" orient="horz" pos="6724" userDrawn="1">
          <p15:clr>
            <a:srgbClr val="F26B43"/>
          </p15:clr>
        </p15:guide>
        <p15:guide id="7" orient="horz" pos="8039" userDrawn="1">
          <p15:clr>
            <a:srgbClr val="F26B43"/>
          </p15:clr>
        </p15:guide>
        <p15:guide id="8" pos="3370" userDrawn="1">
          <p15:clr>
            <a:srgbClr val="F26B43"/>
          </p15:clr>
        </p15:guide>
        <p15:guide id="9" pos="5458" userDrawn="1">
          <p15:clr>
            <a:srgbClr val="F26B43"/>
          </p15:clr>
        </p15:guide>
        <p15:guide id="10" pos="5773" userDrawn="1">
          <p15:clr>
            <a:srgbClr val="F26B43"/>
          </p15:clr>
        </p15:guide>
        <p15:guide id="11" pos="7497" userDrawn="1">
          <p15:clr>
            <a:srgbClr val="F26B43"/>
          </p15:clr>
        </p15:guide>
        <p15:guide id="12" pos="7816" userDrawn="1">
          <p15:clr>
            <a:srgbClr val="F26B43"/>
          </p15:clr>
        </p15:guide>
        <p15:guide id="13" pos="9585" userDrawn="1">
          <p15:clr>
            <a:srgbClr val="F26B43"/>
          </p15:clr>
        </p15:guide>
        <p15:guide id="14" pos="9925" userDrawn="1">
          <p15:clr>
            <a:srgbClr val="F26B43"/>
          </p15:clr>
        </p15:guide>
        <p15:guide id="15" pos="11648" userDrawn="1">
          <p15:clr>
            <a:srgbClr val="F26B43"/>
          </p15:clr>
        </p15:guide>
        <p15:guide id="16" pos="1198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18" Type="http://schemas.openxmlformats.org/officeDocument/2006/relationships/image" Target="../media/image27.sv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17" Type="http://schemas.openxmlformats.org/officeDocument/2006/relationships/image" Target="../media/image26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5.sv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jpeg"/><Relationship Id="rId4" Type="http://schemas.openxmlformats.org/officeDocument/2006/relationships/image" Target="../media/image13.jpe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ção do Texto 5">
            <a:extLst>
              <a:ext uri="{FF2B5EF4-FFF2-40B4-BE49-F238E27FC236}">
                <a16:creationId xmlns:a16="http://schemas.microsoft.com/office/drawing/2014/main" id="{84D118ED-3C47-915F-9FD0-BA0620EA2B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07828" y="2013842"/>
            <a:ext cx="9155236" cy="623853"/>
          </a:xfrm>
        </p:spPr>
        <p:txBody>
          <a:bodyPr/>
          <a:lstStyle/>
          <a:p>
            <a:r>
              <a:rPr lang="pt-PT" sz="6000"/>
              <a:t>Current Business Leads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F1CECB-44FD-FAAA-35EE-8DEAB4C7489E}"/>
              </a:ext>
            </a:extLst>
          </p:cNvPr>
          <p:cNvCxnSpPr/>
          <p:nvPr/>
        </p:nvCxnSpPr>
        <p:spPr>
          <a:xfrm>
            <a:off x="6736457" y="5817420"/>
            <a:ext cx="914400" cy="91440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AA72D4A-9FB7-2C8A-1ABA-0EC6FAE4D091}"/>
              </a:ext>
            </a:extLst>
          </p:cNvPr>
          <p:cNvSpPr/>
          <p:nvPr/>
        </p:nvSpPr>
        <p:spPr>
          <a:xfrm>
            <a:off x="2007828" y="4022101"/>
            <a:ext cx="3870251" cy="636267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b="1">
                <a:solidFill>
                  <a:schemeClr val="tx1"/>
                </a:solidFill>
              </a:rPr>
              <a:t>Interest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F4B91DD-5FFB-A86E-51EC-45896BCF76E5}"/>
              </a:ext>
            </a:extLst>
          </p:cNvPr>
          <p:cNvSpPr/>
          <p:nvPr/>
        </p:nvSpPr>
        <p:spPr>
          <a:xfrm>
            <a:off x="7413540" y="3999798"/>
            <a:ext cx="3870251" cy="636267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b="1">
                <a:solidFill>
                  <a:schemeClr val="tx1"/>
                </a:solidFill>
              </a:rPr>
              <a:t>Evaluation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CB5111BF-D9B6-828D-5AC6-6FE6A5FFAD4A}"/>
              </a:ext>
            </a:extLst>
          </p:cNvPr>
          <p:cNvSpPr/>
          <p:nvPr/>
        </p:nvSpPr>
        <p:spPr>
          <a:xfrm>
            <a:off x="12615495" y="3999798"/>
            <a:ext cx="3870251" cy="644285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b="1">
                <a:solidFill>
                  <a:schemeClr val="tx1"/>
                </a:solidFill>
              </a:rPr>
              <a:t>Decision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A0A2459-C045-D78C-14DB-0ECF4EE994B8}"/>
              </a:ext>
            </a:extLst>
          </p:cNvPr>
          <p:cNvSpPr/>
          <p:nvPr/>
        </p:nvSpPr>
        <p:spPr>
          <a:xfrm>
            <a:off x="17990378" y="4007816"/>
            <a:ext cx="3870251" cy="636267"/>
          </a:xfrm>
          <a:prstGeom prst="round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b="1">
                <a:solidFill>
                  <a:schemeClr val="tx1"/>
                </a:solidFill>
              </a:rPr>
              <a:t>Closed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32D18B4-B620-8AB5-6518-C92FAE0FF376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 flipV="1">
            <a:off x="5878079" y="4317932"/>
            <a:ext cx="1535461" cy="22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4BC63D0-3E1F-3922-A03A-954BD774BDD7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11283791" y="4317932"/>
            <a:ext cx="1331704" cy="4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EE2A8D7-7F9A-E755-4ADE-9506985ECFE5}"/>
              </a:ext>
            </a:extLst>
          </p:cNvPr>
          <p:cNvCxnSpPr>
            <a:stCxn id="42" idx="3"/>
            <a:endCxn id="43" idx="1"/>
          </p:cNvCxnSpPr>
          <p:nvPr/>
        </p:nvCxnSpPr>
        <p:spPr>
          <a:xfrm>
            <a:off x="16485746" y="4321941"/>
            <a:ext cx="1504632" cy="4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B58C13F-B0D8-F6BA-50D0-2C65DCD4BE13}"/>
              </a:ext>
            </a:extLst>
          </p:cNvPr>
          <p:cNvSpPr txBox="1"/>
          <p:nvPr/>
        </p:nvSpPr>
        <p:spPr>
          <a:xfrm>
            <a:off x="651971" y="12910040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b="1"/>
              <a:t>= Movers</a:t>
            </a:r>
          </a:p>
        </p:txBody>
      </p:sp>
      <p:pic>
        <p:nvPicPr>
          <p:cNvPr id="8" name="Picture 7" descr="Mercedes Benz Logo PNG (Free Download)">
            <a:extLst>
              <a:ext uri="{FF2B5EF4-FFF2-40B4-BE49-F238E27FC236}">
                <a16:creationId xmlns:a16="http://schemas.microsoft.com/office/drawing/2014/main" id="{6F3DDA7C-AEF0-9845-9D91-209C9733E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725" y="4677534"/>
            <a:ext cx="1409673" cy="1441190"/>
          </a:xfrm>
          <a:prstGeom prst="rect">
            <a:avLst/>
          </a:prstGeom>
        </p:spPr>
      </p:pic>
      <p:sp>
        <p:nvSpPr>
          <p:cNvPr id="14" name="5-point Star 35">
            <a:extLst>
              <a:ext uri="{FF2B5EF4-FFF2-40B4-BE49-F238E27FC236}">
                <a16:creationId xmlns:a16="http://schemas.microsoft.com/office/drawing/2014/main" id="{04E1EC0D-DEC5-8573-4193-2B99C0619EBB}"/>
              </a:ext>
            </a:extLst>
          </p:cNvPr>
          <p:cNvSpPr/>
          <p:nvPr/>
        </p:nvSpPr>
        <p:spPr>
          <a:xfrm>
            <a:off x="368072" y="13031411"/>
            <a:ext cx="424543" cy="337170"/>
          </a:xfrm>
          <a:prstGeom prst="star5">
            <a:avLst/>
          </a:prstGeom>
          <a:solidFill>
            <a:srgbClr val="FFFF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10" name="Imagem 10" descr="Salsify Announces Launch of the Salsify PXM Advance">
            <a:extLst>
              <a:ext uri="{FF2B5EF4-FFF2-40B4-BE49-F238E27FC236}">
                <a16:creationId xmlns:a16="http://schemas.microsoft.com/office/drawing/2014/main" id="{A5D7DEA0-821F-624B-14C8-718D610BA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2191" y="14296546"/>
            <a:ext cx="513224" cy="126531"/>
          </a:xfrm>
          <a:prstGeom prst="rect">
            <a:avLst/>
          </a:prstGeom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F16EB354-8D0F-2222-4F8F-54696F60E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5930" y="7341583"/>
            <a:ext cx="2582645" cy="615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>
            <a:extLst>
              <a:ext uri="{FF2B5EF4-FFF2-40B4-BE49-F238E27FC236}">
                <a16:creationId xmlns:a16="http://schemas.microsoft.com/office/drawing/2014/main" id="{108C601C-E674-C4C8-D797-9F542A9EA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767" y="8948770"/>
            <a:ext cx="2423346" cy="37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94785C-A395-0D00-9FAC-40B0E98C7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4272" y="8829098"/>
            <a:ext cx="1639442" cy="922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20A9B219-ACA7-EC48-9C9A-57C5087C5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8132" y="5996551"/>
            <a:ext cx="1944059" cy="926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8EAE6716-72B0-F8FF-DB82-64C43F506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535" y="7813098"/>
            <a:ext cx="1054100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Accelerating Time to Market with Centric Software | International TCG Summit">
            <a:extLst>
              <a:ext uri="{FF2B5EF4-FFF2-40B4-BE49-F238E27FC236}">
                <a16:creationId xmlns:a16="http://schemas.microsoft.com/office/drawing/2014/main" id="{34991D3B-DE6A-3A04-D855-8EAEBAD27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510" y="9214754"/>
            <a:ext cx="3270149" cy="448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 descr="Salsify Announces Launch of the Salsify PXM Advance">
            <a:extLst>
              <a:ext uri="{FF2B5EF4-FFF2-40B4-BE49-F238E27FC236}">
                <a16:creationId xmlns:a16="http://schemas.microsoft.com/office/drawing/2014/main" id="{CCB89E7B-4C58-D620-5B19-3D9E7DA16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810" y="5016729"/>
            <a:ext cx="2202898" cy="543106"/>
          </a:xfrm>
          <a:prstGeom prst="rect">
            <a:avLst/>
          </a:prstGeom>
        </p:spPr>
      </p:pic>
      <p:pic>
        <p:nvPicPr>
          <p:cNvPr id="2" name="Picture 1" descr="Ficheiro:Logo wellhub.png – Wikipédia, a enciclopédia livre">
            <a:extLst>
              <a:ext uri="{FF2B5EF4-FFF2-40B4-BE49-F238E27FC236}">
                <a16:creationId xmlns:a16="http://schemas.microsoft.com/office/drawing/2014/main" id="{3621DD1C-F92F-9F42-02A4-FA477439EB0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90420" y="6358914"/>
            <a:ext cx="976282" cy="998172"/>
          </a:xfrm>
          <a:prstGeom prst="rect">
            <a:avLst/>
          </a:prstGeom>
        </p:spPr>
      </p:pic>
      <p:sp>
        <p:nvSpPr>
          <p:cNvPr id="5" name="5-point Star 35">
            <a:extLst>
              <a:ext uri="{FF2B5EF4-FFF2-40B4-BE49-F238E27FC236}">
                <a16:creationId xmlns:a16="http://schemas.microsoft.com/office/drawing/2014/main" id="{C156C994-E6CC-B31C-7458-3762EB3D8870}"/>
              </a:ext>
            </a:extLst>
          </p:cNvPr>
          <p:cNvSpPr/>
          <p:nvPr/>
        </p:nvSpPr>
        <p:spPr>
          <a:xfrm>
            <a:off x="15665683" y="4848050"/>
            <a:ext cx="424543" cy="337170"/>
          </a:xfrm>
          <a:prstGeom prst="star5">
            <a:avLst/>
          </a:prstGeom>
          <a:solidFill>
            <a:srgbClr val="FFFF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9" name="5-point Star 35">
            <a:extLst>
              <a:ext uri="{FF2B5EF4-FFF2-40B4-BE49-F238E27FC236}">
                <a16:creationId xmlns:a16="http://schemas.microsoft.com/office/drawing/2014/main" id="{7A08BB16-6B10-6C25-752A-7DC8FB78A6C1}"/>
              </a:ext>
            </a:extLst>
          </p:cNvPr>
          <p:cNvSpPr/>
          <p:nvPr/>
        </p:nvSpPr>
        <p:spPr>
          <a:xfrm>
            <a:off x="15321431" y="5837262"/>
            <a:ext cx="424543" cy="337170"/>
          </a:xfrm>
          <a:prstGeom prst="star5">
            <a:avLst/>
          </a:prstGeom>
          <a:solidFill>
            <a:srgbClr val="FFFF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20" name="Graphic 19" descr="Águas do Douro e Paiva">
            <a:extLst>
              <a:ext uri="{FF2B5EF4-FFF2-40B4-BE49-F238E27FC236}">
                <a16:creationId xmlns:a16="http://schemas.microsoft.com/office/drawing/2014/main" id="{5B0BD884-EED6-C930-3CF6-513B8360E3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11640" y="7649281"/>
            <a:ext cx="2895600" cy="825500"/>
          </a:xfrm>
          <a:prstGeom prst="rect">
            <a:avLst/>
          </a:prstGeom>
        </p:spPr>
      </p:pic>
      <p:pic>
        <p:nvPicPr>
          <p:cNvPr id="7" name="Graphic 6" descr="CJR Renewables logo">
            <a:extLst>
              <a:ext uri="{FF2B5EF4-FFF2-40B4-BE49-F238E27FC236}">
                <a16:creationId xmlns:a16="http://schemas.microsoft.com/office/drawing/2014/main" id="{8C355ADE-9E88-2203-E81A-0030C7FED8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911600" y="6629949"/>
            <a:ext cx="1962150" cy="685800"/>
          </a:xfrm>
          <a:prstGeom prst="rect">
            <a:avLst/>
          </a:prstGeom>
        </p:spPr>
      </p:pic>
      <p:sp>
        <p:nvSpPr>
          <p:cNvPr id="15" name="5-point Star 35">
            <a:extLst>
              <a:ext uri="{FF2B5EF4-FFF2-40B4-BE49-F238E27FC236}">
                <a16:creationId xmlns:a16="http://schemas.microsoft.com/office/drawing/2014/main" id="{F4CAB906-5A32-B7F3-50E6-F7AF0F953AEB}"/>
              </a:ext>
            </a:extLst>
          </p:cNvPr>
          <p:cNvSpPr/>
          <p:nvPr/>
        </p:nvSpPr>
        <p:spPr>
          <a:xfrm>
            <a:off x="20552001" y="6301269"/>
            <a:ext cx="424543" cy="337170"/>
          </a:xfrm>
          <a:prstGeom prst="star5">
            <a:avLst/>
          </a:prstGeom>
          <a:solidFill>
            <a:srgbClr val="FFFF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23" name="Picture 22" descr="Putzmeister - Wikipedia">
            <a:extLst>
              <a:ext uri="{FF2B5EF4-FFF2-40B4-BE49-F238E27FC236}">
                <a16:creationId xmlns:a16="http://schemas.microsoft.com/office/drawing/2014/main" id="{A92B9EA4-F23B-4DAE-B404-3FD123334FB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906237" y="9768784"/>
            <a:ext cx="1597575" cy="778818"/>
          </a:xfrm>
          <a:prstGeom prst="rect">
            <a:avLst/>
          </a:prstGeom>
        </p:spPr>
      </p:pic>
      <p:sp>
        <p:nvSpPr>
          <p:cNvPr id="25" name="5-point Star 35">
            <a:extLst>
              <a:ext uri="{FF2B5EF4-FFF2-40B4-BE49-F238E27FC236}">
                <a16:creationId xmlns:a16="http://schemas.microsoft.com/office/drawing/2014/main" id="{5D40EFCE-DF41-9167-9CAD-8B4D60C49C59}"/>
              </a:ext>
            </a:extLst>
          </p:cNvPr>
          <p:cNvSpPr/>
          <p:nvPr/>
        </p:nvSpPr>
        <p:spPr>
          <a:xfrm>
            <a:off x="20644712" y="8692074"/>
            <a:ext cx="424543" cy="337170"/>
          </a:xfrm>
          <a:prstGeom prst="star5">
            <a:avLst/>
          </a:prstGeom>
          <a:solidFill>
            <a:srgbClr val="FFFF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28" name="Picture 27" descr="Continentale Krankenversicherung">
            <a:extLst>
              <a:ext uri="{FF2B5EF4-FFF2-40B4-BE49-F238E27FC236}">
                <a16:creationId xmlns:a16="http://schemas.microsoft.com/office/drawing/2014/main" id="{6BA2179F-2A12-B142-98F4-3C090EFB839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973115" y="5119778"/>
            <a:ext cx="1714388" cy="857250"/>
          </a:xfrm>
          <a:prstGeom prst="rect">
            <a:avLst/>
          </a:prstGeom>
        </p:spPr>
      </p:pic>
      <p:sp>
        <p:nvSpPr>
          <p:cNvPr id="30" name="5-point Star 35">
            <a:extLst>
              <a:ext uri="{FF2B5EF4-FFF2-40B4-BE49-F238E27FC236}">
                <a16:creationId xmlns:a16="http://schemas.microsoft.com/office/drawing/2014/main" id="{9B25B73E-49B4-44CE-804D-061FF09E581A}"/>
              </a:ext>
            </a:extLst>
          </p:cNvPr>
          <p:cNvSpPr/>
          <p:nvPr/>
        </p:nvSpPr>
        <p:spPr>
          <a:xfrm>
            <a:off x="20265217" y="4795537"/>
            <a:ext cx="424543" cy="337170"/>
          </a:xfrm>
          <a:prstGeom prst="star5">
            <a:avLst/>
          </a:prstGeom>
          <a:solidFill>
            <a:srgbClr val="FFFF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31" name="Graphic 30" descr="European Commission logo">
            <a:extLst>
              <a:ext uri="{FF2B5EF4-FFF2-40B4-BE49-F238E27FC236}">
                <a16:creationId xmlns:a16="http://schemas.microsoft.com/office/drawing/2014/main" id="{F223EC35-623A-77DA-4FE1-3B6FF5B4C7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44166" y="5015652"/>
            <a:ext cx="1704975" cy="838200"/>
          </a:xfrm>
          <a:prstGeom prst="rect">
            <a:avLst/>
          </a:prstGeom>
        </p:spPr>
      </p:pic>
      <p:pic>
        <p:nvPicPr>
          <p:cNvPr id="32" name="Picture 31" descr="supermodular.ai | LinkedIn">
            <a:extLst>
              <a:ext uri="{FF2B5EF4-FFF2-40B4-BE49-F238E27FC236}">
                <a16:creationId xmlns:a16="http://schemas.microsoft.com/office/drawing/2014/main" id="{55885A1D-A6EF-3B2F-ADE4-E87020092B4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05869" y="6227262"/>
            <a:ext cx="976283" cy="976283"/>
          </a:xfrm>
          <a:prstGeom prst="rect">
            <a:avLst/>
          </a:prstGeom>
        </p:spPr>
      </p:pic>
      <p:pic>
        <p:nvPicPr>
          <p:cNvPr id="33" name="Graphic 32" descr="Logo">
            <a:extLst>
              <a:ext uri="{FF2B5EF4-FFF2-40B4-BE49-F238E27FC236}">
                <a16:creationId xmlns:a16="http://schemas.microsoft.com/office/drawing/2014/main" id="{23D18D14-0AA0-C0CD-4B2D-2AB21D3234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355279" y="9765151"/>
            <a:ext cx="1077461" cy="505060"/>
          </a:xfrm>
          <a:prstGeom prst="rect">
            <a:avLst/>
          </a:prstGeom>
        </p:spPr>
      </p:pic>
      <p:pic>
        <p:nvPicPr>
          <p:cNvPr id="34" name="Picture 33" descr="Home">
            <a:extLst>
              <a:ext uri="{FF2B5EF4-FFF2-40B4-BE49-F238E27FC236}">
                <a16:creationId xmlns:a16="http://schemas.microsoft.com/office/drawing/2014/main" id="{87358C0D-E3AD-E817-F2C2-79420F98D4A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114272" y="7803098"/>
            <a:ext cx="1524000" cy="571500"/>
          </a:xfrm>
          <a:prstGeom prst="rect">
            <a:avLst/>
          </a:prstGeom>
        </p:spPr>
      </p:pic>
      <p:sp>
        <p:nvSpPr>
          <p:cNvPr id="35" name="5-point Star 35">
            <a:extLst>
              <a:ext uri="{FF2B5EF4-FFF2-40B4-BE49-F238E27FC236}">
                <a16:creationId xmlns:a16="http://schemas.microsoft.com/office/drawing/2014/main" id="{2A60588E-7690-70E5-AEDA-6D3B89D5F6BC}"/>
              </a:ext>
            </a:extLst>
          </p:cNvPr>
          <p:cNvSpPr/>
          <p:nvPr/>
        </p:nvSpPr>
        <p:spPr>
          <a:xfrm>
            <a:off x="20589041" y="7559737"/>
            <a:ext cx="424543" cy="337170"/>
          </a:xfrm>
          <a:prstGeom prst="star5">
            <a:avLst/>
          </a:prstGeom>
          <a:solidFill>
            <a:srgbClr val="FFFF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4" name="5-point Star 35">
            <a:extLst>
              <a:ext uri="{FF2B5EF4-FFF2-40B4-BE49-F238E27FC236}">
                <a16:creationId xmlns:a16="http://schemas.microsoft.com/office/drawing/2014/main" id="{E64512BB-2E4C-6B79-CA32-78B13D2416B2}"/>
              </a:ext>
            </a:extLst>
          </p:cNvPr>
          <p:cNvSpPr/>
          <p:nvPr/>
        </p:nvSpPr>
        <p:spPr>
          <a:xfrm>
            <a:off x="15746087" y="7120242"/>
            <a:ext cx="424543" cy="337170"/>
          </a:xfrm>
          <a:prstGeom prst="star5">
            <a:avLst/>
          </a:prstGeom>
          <a:solidFill>
            <a:srgbClr val="FFFF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6" name="5-point Star 35">
            <a:extLst>
              <a:ext uri="{FF2B5EF4-FFF2-40B4-BE49-F238E27FC236}">
                <a16:creationId xmlns:a16="http://schemas.microsoft.com/office/drawing/2014/main" id="{02E1A2D3-FFC8-09D5-03EB-B78B900A2937}"/>
              </a:ext>
            </a:extLst>
          </p:cNvPr>
          <p:cNvSpPr/>
          <p:nvPr/>
        </p:nvSpPr>
        <p:spPr>
          <a:xfrm>
            <a:off x="16135415" y="4847067"/>
            <a:ext cx="424543" cy="337170"/>
          </a:xfrm>
          <a:prstGeom prst="star5">
            <a:avLst/>
          </a:prstGeom>
          <a:solidFill>
            <a:srgbClr val="FFFF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sp>
        <p:nvSpPr>
          <p:cNvPr id="18" name="5-point Star 35">
            <a:extLst>
              <a:ext uri="{FF2B5EF4-FFF2-40B4-BE49-F238E27FC236}">
                <a16:creationId xmlns:a16="http://schemas.microsoft.com/office/drawing/2014/main" id="{A6C8133D-7155-02CB-A757-92CA765B772E}"/>
              </a:ext>
            </a:extLst>
          </p:cNvPr>
          <p:cNvSpPr/>
          <p:nvPr/>
        </p:nvSpPr>
        <p:spPr>
          <a:xfrm>
            <a:off x="15770708" y="5851771"/>
            <a:ext cx="424543" cy="337170"/>
          </a:xfrm>
          <a:prstGeom prst="star5">
            <a:avLst/>
          </a:prstGeom>
          <a:solidFill>
            <a:srgbClr val="FFFF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22" name="Picture 21" descr="MBition (MBition GmbH)">
            <a:extLst>
              <a:ext uri="{FF2B5EF4-FFF2-40B4-BE49-F238E27FC236}">
                <a16:creationId xmlns:a16="http://schemas.microsoft.com/office/drawing/2014/main" id="{763EB1B3-C0BC-7B10-F25F-AAFB5373B23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889386" y="8326903"/>
            <a:ext cx="1515731" cy="963331"/>
          </a:xfrm>
          <a:prstGeom prst="rect">
            <a:avLst/>
          </a:prstGeom>
        </p:spPr>
      </p:pic>
      <p:sp>
        <p:nvSpPr>
          <p:cNvPr id="29" name="5-point Star 35">
            <a:extLst>
              <a:ext uri="{FF2B5EF4-FFF2-40B4-BE49-F238E27FC236}">
                <a16:creationId xmlns:a16="http://schemas.microsoft.com/office/drawing/2014/main" id="{ADF514DE-40AB-82DC-8816-76A5B310475C}"/>
              </a:ext>
            </a:extLst>
          </p:cNvPr>
          <p:cNvSpPr/>
          <p:nvPr/>
        </p:nvSpPr>
        <p:spPr>
          <a:xfrm>
            <a:off x="15367437" y="8137611"/>
            <a:ext cx="424543" cy="337170"/>
          </a:xfrm>
          <a:prstGeom prst="star5">
            <a:avLst/>
          </a:prstGeom>
          <a:solidFill>
            <a:srgbClr val="FFFF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36" name="Picture 35" descr="Helvetia Schweizerische Versicherungsgesellschaft AG - Top-bank.ch -  Companhia de seguros">
            <a:extLst>
              <a:ext uri="{FF2B5EF4-FFF2-40B4-BE49-F238E27FC236}">
                <a16:creationId xmlns:a16="http://schemas.microsoft.com/office/drawing/2014/main" id="{2518BA43-0A40-3904-BC07-5FDB55C318D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933994" y="9919495"/>
            <a:ext cx="2093140" cy="1046570"/>
          </a:xfrm>
          <a:prstGeom prst="rect">
            <a:avLst/>
          </a:prstGeom>
        </p:spPr>
      </p:pic>
      <p:sp>
        <p:nvSpPr>
          <p:cNvPr id="38" name="5-point Star 35">
            <a:extLst>
              <a:ext uri="{FF2B5EF4-FFF2-40B4-BE49-F238E27FC236}">
                <a16:creationId xmlns:a16="http://schemas.microsoft.com/office/drawing/2014/main" id="{EA48CBE8-7213-005F-8BEA-B35B0E0CAE80}"/>
              </a:ext>
            </a:extLst>
          </p:cNvPr>
          <p:cNvSpPr/>
          <p:nvPr/>
        </p:nvSpPr>
        <p:spPr>
          <a:xfrm>
            <a:off x="20687503" y="9894233"/>
            <a:ext cx="424543" cy="337170"/>
          </a:xfrm>
          <a:prstGeom prst="star5">
            <a:avLst/>
          </a:prstGeom>
          <a:solidFill>
            <a:srgbClr val="FFFF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  <p:pic>
        <p:nvPicPr>
          <p:cNvPr id="39" name="Imagem 10" descr="Salsify Announces Launch of the Salsify PXM Advance">
            <a:extLst>
              <a:ext uri="{FF2B5EF4-FFF2-40B4-BE49-F238E27FC236}">
                <a16:creationId xmlns:a16="http://schemas.microsoft.com/office/drawing/2014/main" id="{A036826F-3F03-CBEB-9331-0367ED6C3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157" y="10231403"/>
            <a:ext cx="2202898" cy="543106"/>
          </a:xfrm>
          <a:prstGeom prst="rect">
            <a:avLst/>
          </a:prstGeom>
        </p:spPr>
      </p:pic>
      <p:sp>
        <p:nvSpPr>
          <p:cNvPr id="44" name="5-point Star 35">
            <a:extLst>
              <a:ext uri="{FF2B5EF4-FFF2-40B4-BE49-F238E27FC236}">
                <a16:creationId xmlns:a16="http://schemas.microsoft.com/office/drawing/2014/main" id="{CABC3558-FA19-1141-F5B1-897D4C09F1B2}"/>
              </a:ext>
            </a:extLst>
          </p:cNvPr>
          <p:cNvSpPr/>
          <p:nvPr/>
        </p:nvSpPr>
        <p:spPr>
          <a:xfrm>
            <a:off x="10371030" y="10062724"/>
            <a:ext cx="424543" cy="337170"/>
          </a:xfrm>
          <a:prstGeom prst="star5">
            <a:avLst/>
          </a:prstGeom>
          <a:solidFill>
            <a:srgbClr val="FFFF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253714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ynvert xgeeks">
      <a:dk1>
        <a:srgbClr val="002E33"/>
      </a:dk1>
      <a:lt1>
        <a:srgbClr val="FFFFFF"/>
      </a:lt1>
      <a:dk2>
        <a:srgbClr val="00EBB6"/>
      </a:dk2>
      <a:lt2>
        <a:srgbClr val="FFFFFF"/>
      </a:lt2>
      <a:accent1>
        <a:srgbClr val="00EBB6"/>
      </a:accent1>
      <a:accent2>
        <a:srgbClr val="FF966E"/>
      </a:accent2>
      <a:accent3>
        <a:srgbClr val="A6B2A6"/>
      </a:accent3>
      <a:accent4>
        <a:srgbClr val="F5FFF2"/>
      </a:accent4>
      <a:accent5>
        <a:srgbClr val="E5EAEB"/>
      </a:accent5>
      <a:accent6>
        <a:srgbClr val="002E33"/>
      </a:accent6>
      <a:hlink>
        <a:srgbClr val="FF966E"/>
      </a:hlink>
      <a:folHlink>
        <a:srgbClr val="00EBB6"/>
      </a:folHlink>
    </a:clrScheme>
    <a:fontScheme name="Test">
      <a:majorFont>
        <a:latin typeface="Montserrat Bold"/>
        <a:ea typeface=""/>
        <a:cs typeface=""/>
      </a:majorFont>
      <a:minorFont>
        <a:latin typeface="Montserrat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5151E5"/>
            </a:gs>
            <a:gs pos="0">
              <a:srgbClr val="43CBFF"/>
            </a:gs>
          </a:gsLst>
          <a:lin ang="10800000" scaled="0"/>
          <a:tileRect/>
        </a:gra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81CFB2219C16B4F8541D38CF62FD911" ma:contentTypeVersion="21" ma:contentTypeDescription="Ein neues Dokument erstellen." ma:contentTypeScope="" ma:versionID="07724c78902c0a7a15d2b1436bd1f1c4">
  <xsd:schema xmlns:xsd="http://www.w3.org/2001/XMLSchema" xmlns:xs="http://www.w3.org/2001/XMLSchema" xmlns:p="http://schemas.microsoft.com/office/2006/metadata/properties" xmlns:ns2="cc93fc7c-463d-488e-84a0-9f2e003b99cd" xmlns:ns3="83c0ac89-9c90-4adc-b965-52b2ac1da334" targetNamespace="http://schemas.microsoft.com/office/2006/metadata/properties" ma:root="true" ma:fieldsID="796b93cc5f79fcfbadbb1610abbad65b" ns2:_="" ns3:_="">
    <xsd:import namespace="cc93fc7c-463d-488e-84a0-9f2e003b99cd"/>
    <xsd:import namespace="83c0ac89-9c90-4adc-b965-52b2ac1da334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lcf76f155ced4ddcb4097134ff3c332f0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1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93fc7c-463d-488e-84a0-9f2e003b99cd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lcf76f155ced4ddcb4097134ff3c332f0" ma:index="11" nillable="true" ma:displayName="Image Tags_0" ma:hidden="true" ma:internalName="lcf76f155ced4ddcb4097134ff3c332f0" ma:readOnly="false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1" ma:index="16" nillable="true" ma:displayName="Image Tags_0" ma:hidden="true" ma:internalName="lcf76f155ced4ddcb4097134ff3c332f1" ma:readOnly="fals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Bildmarkierungen" ma:readOnly="false" ma:fieldId="{5cf76f15-5ced-4ddc-b409-7134ff3c332f}" ma:taxonomyMulti="true" ma:sspId="3cb15886-099e-4faa-b754-5ab24d7d7fb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c0ac89-9c90-4adc-b965-52b2ac1da334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c50f6d19-1815-4159-be84-8278a88e7cf1}" ma:internalName="TaxCatchAll" ma:showField="CatchAllData" ma:web="83c0ac89-9c90-4adc-b965-52b2ac1da3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3c0ac89-9c90-4adc-b965-52b2ac1da334" xsi:nil="true"/>
    <lcf76f155ced4ddcb4097134ff3c332f xmlns="cc93fc7c-463d-488e-84a0-9f2e003b99cd">
      <Terms xmlns="http://schemas.microsoft.com/office/infopath/2007/PartnerControls"/>
    </lcf76f155ced4ddcb4097134ff3c332f>
    <MigrationWizIdVersion xmlns="cc93fc7c-463d-488e-84a0-9f2e003b99cd" xsi:nil="true"/>
    <MigrationWizId xmlns="cc93fc7c-463d-488e-84a0-9f2e003b99cd" xsi:nil="true"/>
    <MigrationWizIdPermissions xmlns="cc93fc7c-463d-488e-84a0-9f2e003b99cd" xsi:nil="true"/>
    <lcf76f155ced4ddcb4097134ff3c332f0 xmlns="cc93fc7c-463d-488e-84a0-9f2e003b99cd" xsi:nil="true"/>
    <lcf76f155ced4ddcb4097134ff3c332f1 xmlns="cc93fc7c-463d-488e-84a0-9f2e003b99c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3B4995-EC23-4464-9A39-55F49D34B0E3}">
  <ds:schemaRefs>
    <ds:schemaRef ds:uri="83c0ac89-9c90-4adc-b965-52b2ac1da334"/>
    <ds:schemaRef ds:uri="cc93fc7c-463d-488e-84a0-9f2e003b99c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897471B-3E33-482B-949D-75C4F2CA6C39}">
  <ds:schemaRefs>
    <ds:schemaRef ds:uri="83c0ac89-9c90-4adc-b965-52b2ac1da334"/>
    <ds:schemaRef ds:uri="cc93fc7c-463d-488e-84a0-9f2e003b99c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BDCE6BA-9372-42F5-80FE-45A710055F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</Words>
  <Application>Microsoft Macintosh PowerPoint</Application>
  <PresentationFormat>Custom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Montserrat</vt:lpstr>
      <vt:lpstr>Tahoma</vt:lpstr>
      <vt:lpstr>The Future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Dylis Ho Yi Lee</dc:creator>
  <cp:lastModifiedBy>Fábio Sampaio</cp:lastModifiedBy>
  <cp:revision>5</cp:revision>
  <cp:lastPrinted>2022-03-30T19:44:28Z</cp:lastPrinted>
  <dcterms:created xsi:type="dcterms:W3CDTF">2022-03-11T14:21:06Z</dcterms:created>
  <dcterms:modified xsi:type="dcterms:W3CDTF">2026-09-15T15:05:46Z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0x010100881CFB2219C16B4F8541D38CF62FD911</vt:lpwstr>
  </property>
  <property fmtid="{D5CDD505-2E9C-101B-9397-08002B2CF9AE}" pid="3" name="MediaServiceImageTags">
    <vt:lpwstr/>
  </property>
  <property fmtid="{D5CDD505-2E9C-101B-9397-08002B2CF9AE}" pid="4" name="KIQS_MM_Processes_2">
    <vt:lpwstr>97;#S3.7: Marketing ＆ Design|750e3012-d525-479a-9cf3-b96b542483f8;#90;#S1.5: Marketing ＆ Design|f58027e6-069e-4ce9-9898-8f628a427e6f</vt:lpwstr>
  </property>
  <property fmtid="{D5CDD505-2E9C-101B-9397-08002B2CF9AE}" pid="5" name="KIQS_MM_Processes">
    <vt:lpwstr>90;#S1.5: Marketing ＆ Design|f58027e6-069e-4ce9-9898-8f628a427e6f</vt:lpwstr>
  </property>
  <property fmtid="{D5CDD505-2E9C-101B-9397-08002B2CF9AE}" pid="6" name="KIQS_MM_ISO9001Reference">
    <vt:lpwstr/>
  </property>
  <property fmtid="{D5CDD505-2E9C-101B-9397-08002B2CF9AE}" pid="7" name="Customer">
    <vt:lpwstr/>
  </property>
  <property fmtid="{D5CDD505-2E9C-101B-9397-08002B2CF9AE}" pid="8" name="KIQS_MM_Locations">
    <vt:lpwstr/>
  </property>
  <property fmtid="{D5CDD505-2E9C-101B-9397-08002B2CF9AE}" pid="9" name="_dlc_DocIdItemGuid">
    <vt:lpwstr>27bf8913-231e-4575-ab48-d933e319feff</vt:lpwstr>
  </property>
</Properties>
</file>