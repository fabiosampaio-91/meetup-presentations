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notesMasterIdLst>
    <p:notesMasterId r:id="rId15"/>
  </p:notesMasterIdLst>
  <p:handoutMasterIdLst>
    <p:handoutMasterId r:id="rId16"/>
  </p:handoutMasterIdLst>
  <p:sldIdLst>
    <p:sldId id="311" r:id="rId5"/>
    <p:sldId id="310" r:id="rId6"/>
    <p:sldId id="258" r:id="rId7"/>
    <p:sldId id="319" r:id="rId8"/>
    <p:sldId id="320" r:id="rId9"/>
    <p:sldId id="321" r:id="rId10"/>
    <p:sldId id="315" r:id="rId11"/>
    <p:sldId id="264" r:id="rId12"/>
    <p:sldId id="261" r:id="rId13"/>
    <p:sldId id="262" r:id="rId14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03FB0E-DE64-1867-64A8-C129E8610A46}" name="Anna-Lena Emonds-pool" initials="ALEp" userId="S::a.emonds-pool@kigroup.de::3e352de8-d4f6-4dd3-9bc8-8d70668b59c3" providerId="AD"/>
  <p188:author id="{18663518-552F-E812-49C9-D895EC226D47}" name="Fábio Sampaio" initials="FS" userId="S::f.sampaio@xgeeks.com::450e5c1d-68dc-438d-b095-853f957950f0" providerId="AD"/>
  <p188:author id="{922CC91F-9BFF-AD7D-19BF-2D02E8B30C91}" name="André Gonçalves" initials="AG" userId="S::andre.goncalves@synvert.com::127ef4bf-a3ba-47b8-b4b4-3287055a1545" providerId="AD"/>
  <p188:author id="{C6415D8C-EA09-9685-1761-6DA1D8D63359}" name="Liliana Cardoso" initials="" userId="S::l.cardoso@xgeeks.com::17199daf-19d2-45b7-a350-49cf4454350f" providerId="AD"/>
  <p188:author id="{17B5B9C3-598D-D541-CF19-31050415B395}" name="Beatriz Agostinho" initials="BA" userId="S::b.agostinho@xgeeks.com::d3fd8e80-f26b-4bd8-81bf-59f9b7af228c" providerId="AD"/>
  <p188:author id="{16304DC5-4B61-2A7C-69F3-D73C3114AB6B}" name="Ana Zagalo" initials="AZ" userId="S::a.zagalo@xgeeks.com::b6666373-5872-4e52-9091-e6e801060823" providerId="AD"/>
  <p188:author id="{AD29FCD0-92F5-A794-A779-A58480C8D44B}" name="Fabio Sampaio" initials="FS" userId="S::f.sampaio@kigroup.de::66593fd3-9aaf-4c33-a142-6c66e494a701" providerId="AD"/>
  <p188:author id="{B25B47FB-96C7-4E7D-BDBE-321093DB6036}" name="Sara Abrantes" initials="SA" userId="S::s.abrantes@kigroup.de::2be58b14-0504-4dd3-a825-0723e16644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EBB6"/>
    <a:srgbClr val="FFFFFF"/>
    <a:srgbClr val="404040"/>
    <a:srgbClr val="43CBFF"/>
    <a:srgbClr val="B8EDFF"/>
    <a:srgbClr val="5151E5"/>
    <a:srgbClr val="E9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67886-7FDA-4210-60B9-3852E1E3FCE2}" v="2" dt="2025-10-17T14:31:01.6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C60925-15D2-7E44-96C1-043B6B3163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4B32A-47F7-6543-BA29-D8548CA659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E8680-2214-374A-BCF6-BBAE49BC7DC4}" type="datetimeFigureOut">
              <a:rPr lang="en-DE" smtClean="0"/>
              <a:t>09/15/2026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3FF4-ED7B-E648-B2ED-575C4406BD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E3DB7-E3B3-9744-B1F2-18E291058A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BD2E8-F817-6440-AA66-019C7DA42F3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6041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292B0-EAF0-E149-81A7-93BEB54E5740}" type="datetimeFigureOut">
              <a:rPr lang="en-DE" smtClean="0"/>
              <a:t>09/15/2026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5006C-DE4F-8044-9188-E0C3381BC8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7535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several clients of ours</a:t>
            </a:r>
            <a:endParaRPr/>
          </a:p>
        </p:txBody>
      </p:sp>
      <p:sp>
        <p:nvSpPr>
          <p:cNvPr id="178" name="Google Shape;17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ver_Plain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 ">
            <a:extLst>
              <a:ext uri="{FF2B5EF4-FFF2-40B4-BE49-F238E27FC236}">
                <a16:creationId xmlns:a16="http://schemas.microsoft.com/office/drawing/2014/main" id="{BF171D32-1D78-C62E-D80A-D606CD7AEA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022" y="1314500"/>
            <a:ext cx="18887236" cy="11477568"/>
          </a:xfrm>
          <a:prstGeom prst="rect">
            <a:avLst/>
          </a:prstGeom>
        </p:spPr>
      </p:pic>
      <p:pic>
        <p:nvPicPr>
          <p:cNvPr id="6" name="Image 14" descr=" ">
            <a:extLst>
              <a:ext uri="{FF2B5EF4-FFF2-40B4-BE49-F238E27FC236}">
                <a16:creationId xmlns:a16="http://schemas.microsoft.com/office/drawing/2014/main" id="{27CC8A71-D715-AE0C-87CE-D469F09D85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329606" y="27833"/>
            <a:ext cx="8052807" cy="72136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A04CE57-90AE-0BB8-37AB-3714BC1FA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618" y="2782957"/>
            <a:ext cx="13269643" cy="445847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8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3A070F-E830-CE25-DA53-5FDE27DEAA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6618" y="7599363"/>
            <a:ext cx="12228513" cy="176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Click to add text</a:t>
            </a: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AC99EEDA-9FDD-22A6-8A63-2DD6D5E1FA91}"/>
              </a:ext>
            </a:extLst>
          </p:cNvPr>
          <p:cNvSpPr/>
          <p:nvPr userDrawn="1"/>
        </p:nvSpPr>
        <p:spPr>
          <a:xfrm>
            <a:off x="1971626" y="2019300"/>
            <a:ext cx="695245" cy="330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PT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95F8B2EE-299E-2B85-909A-1A923F66F0A8}"/>
              </a:ext>
            </a:extLst>
          </p:cNvPr>
          <p:cNvSpPr/>
          <p:nvPr userDrawn="1"/>
        </p:nvSpPr>
        <p:spPr>
          <a:xfrm>
            <a:off x="1971626" y="2097505"/>
            <a:ext cx="173811" cy="173789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E94EC154-D7C3-8F07-4FD2-1AE90746B188}"/>
              </a:ext>
            </a:extLst>
          </p:cNvPr>
          <p:cNvSpPr/>
          <p:nvPr userDrawn="1"/>
        </p:nvSpPr>
        <p:spPr>
          <a:xfrm>
            <a:off x="2232331" y="2097505"/>
            <a:ext cx="173811" cy="173789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0ADDCE83-0FFC-E381-D525-B3A23D1DCD36}"/>
              </a:ext>
            </a:extLst>
          </p:cNvPr>
          <p:cNvSpPr/>
          <p:nvPr userDrawn="1"/>
        </p:nvSpPr>
        <p:spPr>
          <a:xfrm>
            <a:off x="2493061" y="2097505"/>
            <a:ext cx="173811" cy="173789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305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 Cover_Plain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100000">
              <a:schemeClr val="accent1">
                <a:lumMod val="96676"/>
              </a:schemeClr>
            </a:gs>
            <a:gs pos="100000">
              <a:schemeClr val="accent1">
                <a:lumMod val="8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C2AE781F-9DA0-AA52-7F3F-A1B4553782A3}"/>
              </a:ext>
            </a:extLst>
          </p:cNvPr>
          <p:cNvGrpSpPr/>
          <p:nvPr userDrawn="1"/>
        </p:nvGrpSpPr>
        <p:grpSpPr>
          <a:xfrm flipH="1">
            <a:off x="1374574" y="4987259"/>
            <a:ext cx="15126193" cy="7424073"/>
            <a:chOff x="423165" y="369385"/>
            <a:chExt cx="7048111" cy="3459277"/>
          </a:xfrm>
          <a:solidFill>
            <a:schemeClr val="bg1"/>
          </a:solidFill>
          <a:effectLst>
            <a:outerShdw dist="267717" dir="2700000" algn="tl" rotWithShape="0">
              <a:prstClr val="black"/>
            </a:outerShdw>
          </a:effectLst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4789C3DA-EB2A-AF72-8BD4-73BEC04A24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423165" y="369385"/>
              <a:ext cx="889006" cy="885392"/>
            </a:xfrm>
            <a:prstGeom prst="rect">
              <a:avLst/>
            </a:prstGeom>
            <a:effectLst/>
          </p:spPr>
        </p:pic>
        <p:sp>
          <p:nvSpPr>
            <p:cNvPr id="8" name="Retângulo Arredondado 7">
              <a:extLst>
                <a:ext uri="{FF2B5EF4-FFF2-40B4-BE49-F238E27FC236}">
                  <a16:creationId xmlns:a16="http://schemas.microsoft.com/office/drawing/2014/main" id="{C6EB8177-FAD4-E3C0-254F-A2FF5DE35019}"/>
                </a:ext>
              </a:extLst>
            </p:cNvPr>
            <p:cNvSpPr/>
            <p:nvPr userDrawn="1"/>
          </p:nvSpPr>
          <p:spPr>
            <a:xfrm>
              <a:off x="1135318" y="1081347"/>
              <a:ext cx="6335958" cy="2747315"/>
            </a:xfrm>
            <a:prstGeom prst="roundRect">
              <a:avLst>
                <a:gd name="adj" fmla="val 6554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pic>
        <p:nvPicPr>
          <p:cNvPr id="2" name="Image 2" descr=" ">
            <a:extLst>
              <a:ext uri="{FF2B5EF4-FFF2-40B4-BE49-F238E27FC236}">
                <a16:creationId xmlns:a16="http://schemas.microsoft.com/office/drawing/2014/main" id="{E9FE1A29-59E4-884F-AC52-603337AA6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350994" y="3913412"/>
            <a:ext cx="10147465" cy="662883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A04CE57-90AE-0BB8-37AB-3714BC1FA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1322" y="7320751"/>
            <a:ext cx="12601519" cy="2515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8000"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r>
              <a:rPr lang="en-GB"/>
              <a:t>Click to edit title style</a:t>
            </a:r>
            <a:endParaRPr lang="en-PT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3A070F-E830-CE25-DA53-5FDE27DEAA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1322" y="10212710"/>
            <a:ext cx="12228513" cy="176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Click to add text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8C34744-1E06-ABC6-31D4-E35F5166262F}"/>
              </a:ext>
            </a:extLst>
          </p:cNvPr>
          <p:cNvSpPr txBox="1">
            <a:spLocks/>
          </p:cNvSpPr>
          <p:nvPr userDrawn="1"/>
        </p:nvSpPr>
        <p:spPr>
          <a:xfrm>
            <a:off x="1428685" y="5101762"/>
            <a:ext cx="1378348" cy="132178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ct val="0"/>
              </a:spcBef>
              <a:buFont typeface="+mj-lt"/>
              <a:buNone/>
              <a:defRPr sz="8000" b="1" i="0" kern="1200">
                <a:solidFill>
                  <a:schemeClr val="tx1"/>
                </a:solidFill>
                <a:latin typeface="The Future" panose="020B0503060202060203" pitchFamily="34" charset="77"/>
                <a:ea typeface="+mj-ea"/>
                <a:cs typeface="+mj-cs"/>
              </a:defRPr>
            </a:lvl1pPr>
          </a:lstStyle>
          <a:p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873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1 Cover_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C2AE781F-9DA0-AA52-7F3F-A1B4553782A3}"/>
              </a:ext>
            </a:extLst>
          </p:cNvPr>
          <p:cNvGrpSpPr/>
          <p:nvPr userDrawn="1"/>
        </p:nvGrpSpPr>
        <p:grpSpPr>
          <a:xfrm>
            <a:off x="916571" y="4552696"/>
            <a:ext cx="15584194" cy="7858634"/>
            <a:chOff x="209757" y="166899"/>
            <a:chExt cx="7261519" cy="3661763"/>
          </a:xfrm>
          <a:solidFill>
            <a:schemeClr val="tx2"/>
          </a:solidFill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4789C3DA-EB2A-AF72-8BD4-73BEC04A24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8" name="Retângulo Arredondado 7">
              <a:extLst>
                <a:ext uri="{FF2B5EF4-FFF2-40B4-BE49-F238E27FC236}">
                  <a16:creationId xmlns:a16="http://schemas.microsoft.com/office/drawing/2014/main" id="{C6EB8177-FAD4-E3C0-254F-A2FF5DE35019}"/>
                </a:ext>
              </a:extLst>
            </p:cNvPr>
            <p:cNvSpPr/>
            <p:nvPr userDrawn="1"/>
          </p:nvSpPr>
          <p:spPr>
            <a:xfrm>
              <a:off x="1135318" y="1081347"/>
              <a:ext cx="6335958" cy="2747315"/>
            </a:xfrm>
            <a:prstGeom prst="roundRect">
              <a:avLst>
                <a:gd name="adj" fmla="val 6554"/>
              </a:avLst>
            </a:prstGeom>
            <a:grpFill/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pic>
        <p:nvPicPr>
          <p:cNvPr id="2" name="Image 2" descr=" ">
            <a:extLst>
              <a:ext uri="{FF2B5EF4-FFF2-40B4-BE49-F238E27FC236}">
                <a16:creationId xmlns:a16="http://schemas.microsoft.com/office/drawing/2014/main" id="{E9FE1A29-59E4-884F-AC52-603337AA6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82774" y="11081"/>
            <a:ext cx="10147465" cy="662883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A04CE57-90AE-0BB8-37AB-3714BC1FA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5795" y="7262201"/>
            <a:ext cx="12601519" cy="2515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8000"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r>
              <a:rPr lang="en-GB"/>
              <a:t>Click to edit title style</a:t>
            </a:r>
            <a:endParaRPr lang="en-PT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3A070F-E830-CE25-DA53-5FDE27DEAA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65795" y="10154160"/>
            <a:ext cx="12228513" cy="176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Click to add text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8C34744-1E06-ABC6-31D4-E35F5166262F}"/>
              </a:ext>
            </a:extLst>
          </p:cNvPr>
          <p:cNvSpPr txBox="1">
            <a:spLocks/>
          </p:cNvSpPr>
          <p:nvPr userDrawn="1"/>
        </p:nvSpPr>
        <p:spPr>
          <a:xfrm>
            <a:off x="1288815" y="4970324"/>
            <a:ext cx="1378348" cy="132178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ct val="0"/>
              </a:spcBef>
              <a:buFont typeface="+mj-lt"/>
              <a:buNone/>
              <a:defRPr sz="8000" b="1" i="0" kern="1200">
                <a:solidFill>
                  <a:schemeClr val="tx1"/>
                </a:solidFill>
                <a:latin typeface="The Future" panose="020B0503060202060203" pitchFamily="34" charset="77"/>
                <a:ea typeface="+mj-ea"/>
                <a:cs typeface="+mj-cs"/>
              </a:defRPr>
            </a:lvl1pPr>
          </a:lstStyle>
          <a:p>
            <a:endParaRPr lang="en-PT">
              <a:latin typeface="The Future" panose="020B050306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4519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Agrupar 38">
            <a:extLst>
              <a:ext uri="{FF2B5EF4-FFF2-40B4-BE49-F238E27FC236}">
                <a16:creationId xmlns:a16="http://schemas.microsoft.com/office/drawing/2014/main" id="{8F7D2000-B8F8-E00E-7BF8-A0ED641E5E7C}"/>
              </a:ext>
            </a:extLst>
          </p:cNvPr>
          <p:cNvGrpSpPr/>
          <p:nvPr userDrawn="1"/>
        </p:nvGrpSpPr>
        <p:grpSpPr>
          <a:xfrm>
            <a:off x="854996" y="9522545"/>
            <a:ext cx="14493058" cy="2829272"/>
            <a:chOff x="209757" y="166899"/>
            <a:chExt cx="10882361" cy="2336848"/>
          </a:xfrm>
        </p:grpSpPr>
        <p:pic>
          <p:nvPicPr>
            <p:cNvPr id="40" name="Gráfico 39">
              <a:extLst>
                <a:ext uri="{FF2B5EF4-FFF2-40B4-BE49-F238E27FC236}">
                  <a16:creationId xmlns:a16="http://schemas.microsoft.com/office/drawing/2014/main" id="{FD25C47E-B82F-F2C5-7F14-8DB734B581C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41" name="Retângulo Arredondado 40">
              <a:extLst>
                <a:ext uri="{FF2B5EF4-FFF2-40B4-BE49-F238E27FC236}">
                  <a16:creationId xmlns:a16="http://schemas.microsoft.com/office/drawing/2014/main" id="{B87F0F06-28A4-CE18-44FD-94D04B0AF208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6BC1786-1534-69BE-EF04-C652E24AE9D5}"/>
              </a:ext>
            </a:extLst>
          </p:cNvPr>
          <p:cNvGrpSpPr/>
          <p:nvPr userDrawn="1"/>
        </p:nvGrpSpPr>
        <p:grpSpPr>
          <a:xfrm>
            <a:off x="887654" y="5374930"/>
            <a:ext cx="14493058" cy="3112199"/>
            <a:chOff x="209757" y="166899"/>
            <a:chExt cx="10882361" cy="2336848"/>
          </a:xfrm>
        </p:grpSpPr>
        <p:pic>
          <p:nvPicPr>
            <p:cNvPr id="37" name="Gráfico 36">
              <a:extLst>
                <a:ext uri="{FF2B5EF4-FFF2-40B4-BE49-F238E27FC236}">
                  <a16:creationId xmlns:a16="http://schemas.microsoft.com/office/drawing/2014/main" id="{F1E6F6E6-A24A-4111-33A6-B93E448B1A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38" name="Retângulo Arredondado 37">
              <a:extLst>
                <a:ext uri="{FF2B5EF4-FFF2-40B4-BE49-F238E27FC236}">
                  <a16:creationId xmlns:a16="http://schemas.microsoft.com/office/drawing/2014/main" id="{95DCC3B4-71AC-1433-9EAF-720FC4E9DC67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74B2264-36CD-3277-9D0D-4223FD314711}"/>
              </a:ext>
            </a:extLst>
          </p:cNvPr>
          <p:cNvGrpSpPr/>
          <p:nvPr userDrawn="1"/>
        </p:nvGrpSpPr>
        <p:grpSpPr>
          <a:xfrm>
            <a:off x="854997" y="1226199"/>
            <a:ext cx="14493058" cy="3112199"/>
            <a:chOff x="209757" y="166899"/>
            <a:chExt cx="10882361" cy="2336848"/>
          </a:xfrm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87CECAD6-E4B2-5F3B-EC32-BFC201524A1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5" name="Retângulo Arredondado 4">
              <a:extLst>
                <a:ext uri="{FF2B5EF4-FFF2-40B4-BE49-F238E27FC236}">
                  <a16:creationId xmlns:a16="http://schemas.microsoft.com/office/drawing/2014/main" id="{A8D11533-F8CF-546E-00E0-EFFA70975729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1DE88-B49B-DBF7-2E53-A493D1FC95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3688" y="3070611"/>
            <a:ext cx="6623050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Chapter 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3DF5E2-C65A-36EE-177D-EB528B21F4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36346" y="7247990"/>
            <a:ext cx="6623050" cy="69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Chapter 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A8A83F-E665-C54C-BA77-94595C5681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3689" y="11350946"/>
            <a:ext cx="6623050" cy="587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Chapter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47BFD2-A9D2-37F8-084F-33B2FF82D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7982" y="1395829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A2C8438-2CCC-1004-BB27-9BC3E7BA0C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0677" y="5557370"/>
            <a:ext cx="1495425" cy="11211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0633509-C476-664B-1D2F-84A76F89CC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8020" y="9649087"/>
            <a:ext cx="1495425" cy="1359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2965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Arredondado 4">
            <a:extLst>
              <a:ext uri="{FF2B5EF4-FFF2-40B4-BE49-F238E27FC236}">
                <a16:creationId xmlns:a16="http://schemas.microsoft.com/office/drawing/2014/main" id="{A8D11533-F8CF-546E-00E0-EFFA70975729}"/>
              </a:ext>
            </a:extLst>
          </p:cNvPr>
          <p:cNvSpPr/>
          <p:nvPr userDrawn="1"/>
        </p:nvSpPr>
        <p:spPr>
          <a:xfrm>
            <a:off x="1590320" y="50833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1DE88-B49B-DBF7-2E53-A493D1FC95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0278" y="5599997"/>
            <a:ext cx="8278522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47BFD2-A9D2-37F8-084F-33B2FF82D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24571" y="52182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3" name="Retângulo Arredondado 2">
            <a:extLst>
              <a:ext uri="{FF2B5EF4-FFF2-40B4-BE49-F238E27FC236}">
                <a16:creationId xmlns:a16="http://schemas.microsoft.com/office/drawing/2014/main" id="{2CA4C3B2-3085-B8A6-6D48-CCFED142E565}"/>
              </a:ext>
            </a:extLst>
          </p:cNvPr>
          <p:cNvSpPr/>
          <p:nvPr userDrawn="1"/>
        </p:nvSpPr>
        <p:spPr>
          <a:xfrm>
            <a:off x="1590320" y="69375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A3D192-3DFF-7E29-AF6E-7A514A2B73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0278" y="7454197"/>
            <a:ext cx="8278522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A255618-261E-F386-D2DC-1810ED61D1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24571" y="70724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5B89D02B-AE1D-03C8-9C73-3C25FA6D5E50}"/>
              </a:ext>
            </a:extLst>
          </p:cNvPr>
          <p:cNvSpPr/>
          <p:nvPr userDrawn="1"/>
        </p:nvSpPr>
        <p:spPr>
          <a:xfrm>
            <a:off x="1590320" y="87917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70E2515-03BA-C91B-509A-04ED70E8E9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0277" y="9308397"/>
            <a:ext cx="8278521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E767B78-3350-66C0-16FF-7678EA93F0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4571" y="89266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7" name="Retângulo Arredondado 16">
            <a:extLst>
              <a:ext uri="{FF2B5EF4-FFF2-40B4-BE49-F238E27FC236}">
                <a16:creationId xmlns:a16="http://schemas.microsoft.com/office/drawing/2014/main" id="{743A386A-7E8B-588F-791C-8FC45E455F5A}"/>
              </a:ext>
            </a:extLst>
          </p:cNvPr>
          <p:cNvSpPr/>
          <p:nvPr userDrawn="1"/>
        </p:nvSpPr>
        <p:spPr>
          <a:xfrm>
            <a:off x="1590320" y="106459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84B9EED-E1B3-39D9-A152-232022C9BA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0278" y="11162597"/>
            <a:ext cx="8278520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3644DA6-4085-7959-F63D-D2B929DEA7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4571" y="107808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3AFD1898-4679-C24E-B576-CB5116089266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33" name="Retângulo Arredondado 32">
              <a:extLst>
                <a:ext uri="{FF2B5EF4-FFF2-40B4-BE49-F238E27FC236}">
                  <a16:creationId xmlns:a16="http://schemas.microsoft.com/office/drawing/2014/main" id="{60D05244-1C41-65CB-F0E8-AE03C254C3B8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34" name="Gráfico 33">
              <a:extLst>
                <a:ext uri="{FF2B5EF4-FFF2-40B4-BE49-F238E27FC236}">
                  <a16:creationId xmlns:a16="http://schemas.microsoft.com/office/drawing/2014/main" id="{D9B75C18-BE91-A672-7D3C-83D2A9D19C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A5E87676-BFF6-5D19-B266-147323149D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4199738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6F97B579-4444-AED5-8E31-B6E9DE5501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065512" y="1292101"/>
            <a:ext cx="15644295" cy="9091054"/>
          </a:xfrm>
          <a:prstGeom prst="rect">
            <a:avLst/>
          </a:prstGeom>
          <a:effectLst>
            <a:outerShdw dist="225663" dir="2700000" algn="tl" rotWithShape="0">
              <a:prstClr val="black"/>
            </a:outerShdw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E31F9C-7B86-894D-DEDC-4F95CB4341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8357" y="4321565"/>
            <a:ext cx="12122368" cy="1516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FE889-35FC-45D4-FE09-A053A08E1D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38358" y="7352361"/>
            <a:ext cx="12122368" cy="151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404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6F97B579-4444-AED5-8E31-B6E9DE5501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065512" y="1292101"/>
            <a:ext cx="15644295" cy="9091054"/>
          </a:xfrm>
          <a:prstGeom prst="rect">
            <a:avLst/>
          </a:prstGeom>
          <a:effectLst>
            <a:outerShdw dist="225663" dir="2700000" algn="tl" rotWithShape="0">
              <a:prstClr val="black"/>
            </a:outerShdw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E31F9C-7B86-894D-DEDC-4F95CB4341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8357" y="4321565"/>
            <a:ext cx="12122368" cy="1516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FE889-35FC-45D4-FE09-A053A08E1D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38358" y="7352361"/>
            <a:ext cx="12122368" cy="151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9027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278C9879-6708-FA43-B47A-E4E7DF2B3B28}"/>
              </a:ext>
            </a:extLst>
          </p:cNvPr>
          <p:cNvSpPr/>
          <p:nvPr userDrawn="1"/>
        </p:nvSpPr>
        <p:spPr>
          <a:xfrm>
            <a:off x="1724571" y="3853543"/>
            <a:ext cx="10466634" cy="8042401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8666A74-7195-29C2-3D32-BB043AC5E1C6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4" name="Retângulo Arredondado 13">
              <a:extLst>
                <a:ext uri="{FF2B5EF4-FFF2-40B4-BE49-F238E27FC236}">
                  <a16:creationId xmlns:a16="http://schemas.microsoft.com/office/drawing/2014/main" id="{07D50842-6C13-14FF-6E8C-F80B83727E44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9" name="Gráfico 18">
              <a:extLst>
                <a:ext uri="{FF2B5EF4-FFF2-40B4-BE49-F238E27FC236}">
                  <a16:creationId xmlns:a16="http://schemas.microsoft.com/office/drawing/2014/main" id="{5B9BDB7E-BE59-B543-1EF3-88786A0429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45898" y="4455923"/>
            <a:ext cx="9535474" cy="7048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10EF2D0-780F-44D9-3D87-B3AEAA5993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FF72C03B-CAA9-9628-9647-698E0CDB8B93}"/>
              </a:ext>
            </a:extLst>
          </p:cNvPr>
          <p:cNvSpPr/>
          <p:nvPr userDrawn="1"/>
        </p:nvSpPr>
        <p:spPr>
          <a:xfrm>
            <a:off x="13592674" y="3853543"/>
            <a:ext cx="9603968" cy="7240679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7B2E0D34-13D0-7CEC-E77C-03DC39FC12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3017" y="4455923"/>
            <a:ext cx="8514825" cy="6157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1082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0218C2-783C-C0A7-BF59-00C4DB2CEC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85372" y="4333468"/>
            <a:ext cx="9496944" cy="616857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1F28326-0441-A72C-22FA-A83FE95B5B50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6" name="Retângulo Arredondado 15">
              <a:extLst>
                <a:ext uri="{FF2B5EF4-FFF2-40B4-BE49-F238E27FC236}">
                  <a16:creationId xmlns:a16="http://schemas.microsoft.com/office/drawing/2014/main" id="{6D95B4EE-4B5E-E3A5-A2E8-F6E7FE234347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3B02EAB2-5AC6-7CBC-D659-D634D647AA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D4A89D1-94AB-5B8B-99B6-8D9B330499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BCE4F53B-3F3A-7093-8E44-9D7A29BA20FA}"/>
              </a:ext>
            </a:extLst>
          </p:cNvPr>
          <p:cNvSpPr/>
          <p:nvPr userDrawn="1"/>
        </p:nvSpPr>
        <p:spPr>
          <a:xfrm>
            <a:off x="1724571" y="3853543"/>
            <a:ext cx="10466634" cy="8042401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402D27A-EF88-5266-5046-3822D0C22E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45898" y="4455923"/>
            <a:ext cx="9535474" cy="7048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2503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2" y="4333468"/>
            <a:ext cx="10747132" cy="8304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0218C2-783C-C0A7-BF59-00C4DB2CEC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85372" y="4333468"/>
            <a:ext cx="9496944" cy="616857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1F28326-0441-A72C-22FA-A83FE95B5B50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6" name="Retângulo Arredondado 15">
              <a:extLst>
                <a:ext uri="{FF2B5EF4-FFF2-40B4-BE49-F238E27FC236}">
                  <a16:creationId xmlns:a16="http://schemas.microsoft.com/office/drawing/2014/main" id="{6D95B4EE-4B5E-E3A5-A2E8-F6E7FE234347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3B02EAB2-5AC6-7CBC-D659-D634D647AA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D4A89D1-94AB-5B8B-99B6-8D9B330499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95043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2" y="4333468"/>
            <a:ext cx="10747132" cy="8304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D4A89D1-94AB-5B8B-99B6-8D9B330499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4572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pic>
        <p:nvPicPr>
          <p:cNvPr id="2" name="Image 2" descr=" ">
            <a:extLst>
              <a:ext uri="{FF2B5EF4-FFF2-40B4-BE49-F238E27FC236}">
                <a16:creationId xmlns:a16="http://schemas.microsoft.com/office/drawing/2014/main" id="{B311C74A-0DAC-DEC1-AF2F-675A1FDA31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3807" y="0"/>
            <a:ext cx="10147465" cy="662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51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titles+2texts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1" y="4126716"/>
            <a:ext cx="11373621" cy="74351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0218C2-783C-C0A7-BF59-00C4DB2CEC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851064" y="4126716"/>
            <a:ext cx="8596765" cy="65521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E7C16951-3914-6714-8CC8-BA918BA6C054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solidFill>
            <a:schemeClr val="bg1"/>
          </a:solidFill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0" name="Retângulo Arredondado 9">
              <a:extLst>
                <a:ext uri="{FF2B5EF4-FFF2-40B4-BE49-F238E27FC236}">
                  <a16:creationId xmlns:a16="http://schemas.microsoft.com/office/drawing/2014/main" id="{308D182D-5285-4C62-0335-9D39E0FA9314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79DCABCA-B8F3-D301-6696-9F8EF4C0683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6CD1FD-E9D8-AB57-1F09-17AB86F4FE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970375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A2333C-4BCB-77AA-7246-FC807E4AF680}"/>
              </a:ext>
            </a:extLst>
          </p:cNvPr>
          <p:cNvSpPr/>
          <p:nvPr userDrawn="1"/>
        </p:nvSpPr>
        <p:spPr>
          <a:xfrm>
            <a:off x="1724571" y="4642379"/>
            <a:ext cx="10466634" cy="7253565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52029" y="5321265"/>
            <a:ext cx="9539227" cy="601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6653B7A-EF6E-56E2-504A-8CFF0928C7C3}"/>
              </a:ext>
            </a:extLst>
          </p:cNvPr>
          <p:cNvGrpSpPr/>
          <p:nvPr userDrawn="1"/>
        </p:nvGrpSpPr>
        <p:grpSpPr>
          <a:xfrm>
            <a:off x="799010" y="875420"/>
            <a:ext cx="11392193" cy="3291096"/>
            <a:chOff x="209757" y="166899"/>
            <a:chExt cx="11392193" cy="3291096"/>
          </a:xfrm>
          <a:effectLst/>
        </p:grpSpPr>
        <p:sp>
          <p:nvSpPr>
            <p:cNvPr id="3" name="Retângulo Arredondado 2">
              <a:extLst>
                <a:ext uri="{FF2B5EF4-FFF2-40B4-BE49-F238E27FC236}">
                  <a16:creationId xmlns:a16="http://schemas.microsoft.com/office/drawing/2014/main" id="{C228352D-C372-FF5C-0E3D-DCE88417CA05}"/>
                </a:ext>
              </a:extLst>
            </p:cNvPr>
            <p:cNvSpPr/>
            <p:nvPr userDrawn="1"/>
          </p:nvSpPr>
          <p:spPr>
            <a:xfrm>
              <a:off x="1135317" y="1081346"/>
              <a:ext cx="10466633" cy="2376649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CA1BFE6D-7E35-89D0-0E4C-6A15F62878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8429CE-0E4F-A750-05D5-5A10513758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0116" y="2154185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0D9B78-BE28-5447-A491-1705D8001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0115" y="3180129"/>
            <a:ext cx="9149613" cy="550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Project 001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352989AB-23F6-343D-22C1-1483797FF1D3}"/>
              </a:ext>
            </a:extLst>
          </p:cNvPr>
          <p:cNvSpPr/>
          <p:nvPr userDrawn="1"/>
        </p:nvSpPr>
        <p:spPr>
          <a:xfrm>
            <a:off x="13592674" y="4647359"/>
            <a:ext cx="9603968" cy="644686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DB362-2E18-66E2-E920-D006A8B8B7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3017" y="5346341"/>
            <a:ext cx="8514825" cy="52672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29949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A2333C-4BCB-77AA-7246-FC807E4AF680}"/>
              </a:ext>
            </a:extLst>
          </p:cNvPr>
          <p:cNvSpPr/>
          <p:nvPr userDrawn="1"/>
        </p:nvSpPr>
        <p:spPr>
          <a:xfrm>
            <a:off x="1724571" y="4642379"/>
            <a:ext cx="10466634" cy="7253565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86830" y="5966827"/>
            <a:ext cx="8310694" cy="5099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6653B7A-EF6E-56E2-504A-8CFF0928C7C3}"/>
              </a:ext>
            </a:extLst>
          </p:cNvPr>
          <p:cNvGrpSpPr/>
          <p:nvPr userDrawn="1"/>
        </p:nvGrpSpPr>
        <p:grpSpPr>
          <a:xfrm>
            <a:off x="799010" y="875420"/>
            <a:ext cx="11392193" cy="3291096"/>
            <a:chOff x="209757" y="166899"/>
            <a:chExt cx="11392193" cy="3291096"/>
          </a:xfrm>
          <a:effectLst/>
        </p:grpSpPr>
        <p:sp>
          <p:nvSpPr>
            <p:cNvPr id="3" name="Retângulo Arredondado 2">
              <a:extLst>
                <a:ext uri="{FF2B5EF4-FFF2-40B4-BE49-F238E27FC236}">
                  <a16:creationId xmlns:a16="http://schemas.microsoft.com/office/drawing/2014/main" id="{C228352D-C372-FF5C-0E3D-DCE88417CA05}"/>
                </a:ext>
              </a:extLst>
            </p:cNvPr>
            <p:cNvSpPr/>
            <p:nvPr userDrawn="1"/>
          </p:nvSpPr>
          <p:spPr>
            <a:xfrm>
              <a:off x="1135317" y="1081346"/>
              <a:ext cx="10466633" cy="2376649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CA1BFE6D-7E35-89D0-0E4C-6A15F62878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8429CE-0E4F-A750-05D5-5A10513758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0116" y="2154185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0D9B78-BE28-5447-A491-1705D8001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0115" y="3180129"/>
            <a:ext cx="9149613" cy="550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Project 001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38FD39B2-CA62-3020-6F38-4B4361E239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16764" y="1789867"/>
            <a:ext cx="10466633" cy="90196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75075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0" y="5556778"/>
            <a:ext cx="10162630" cy="6339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6653B7A-EF6E-56E2-504A-8CFF0928C7C3}"/>
              </a:ext>
            </a:extLst>
          </p:cNvPr>
          <p:cNvGrpSpPr/>
          <p:nvPr userDrawn="1"/>
        </p:nvGrpSpPr>
        <p:grpSpPr>
          <a:xfrm>
            <a:off x="799010" y="875420"/>
            <a:ext cx="11392193" cy="3291096"/>
            <a:chOff x="209757" y="166899"/>
            <a:chExt cx="11392193" cy="3291096"/>
          </a:xfrm>
          <a:effectLst/>
        </p:grpSpPr>
        <p:sp>
          <p:nvSpPr>
            <p:cNvPr id="3" name="Retângulo Arredondado 2">
              <a:extLst>
                <a:ext uri="{FF2B5EF4-FFF2-40B4-BE49-F238E27FC236}">
                  <a16:creationId xmlns:a16="http://schemas.microsoft.com/office/drawing/2014/main" id="{C228352D-C372-FF5C-0E3D-DCE88417CA05}"/>
                </a:ext>
              </a:extLst>
            </p:cNvPr>
            <p:cNvSpPr/>
            <p:nvPr userDrawn="1"/>
          </p:nvSpPr>
          <p:spPr>
            <a:xfrm>
              <a:off x="1135317" y="1081346"/>
              <a:ext cx="10466633" cy="2376649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CA1BFE6D-7E35-89D0-0E4C-6A15F62878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8429CE-0E4F-A750-05D5-5A10513758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0116" y="2154185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0D9B78-BE28-5447-A491-1705D8001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0115" y="3180129"/>
            <a:ext cx="9149613" cy="550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Project 001</a:t>
            </a:r>
          </a:p>
        </p:txBody>
      </p:sp>
    </p:spTree>
    <p:extLst>
      <p:ext uri="{BB962C8B-B14F-4D97-AF65-F5344CB8AC3E}">
        <p14:creationId xmlns:p14="http://schemas.microsoft.com/office/powerpoint/2010/main" val="6059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ex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F04DF43C-CE67-8190-4FBB-13D1D28A27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617890" y="4147457"/>
            <a:ext cx="6518480" cy="662047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A34B9F-233D-01EA-BAB9-C15CBFD8EC4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71230" y="4147457"/>
            <a:ext cx="6982257" cy="77786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FE62F-0680-6061-A7BD-29614B812C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724571" y="4147457"/>
            <a:ext cx="6982257" cy="77786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651B028-3692-0FEE-992A-E4B5858CC6BA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9" name="Retângulo Arredondado 8">
              <a:extLst>
                <a:ext uri="{FF2B5EF4-FFF2-40B4-BE49-F238E27FC236}">
                  <a16:creationId xmlns:a16="http://schemas.microsoft.com/office/drawing/2014/main" id="{C9D6380B-F289-2E8B-C4D0-32F1643C124D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C24FB974-4A82-5270-47A3-9469BA5731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D7E6BB0-233D-495D-3EFF-30A5306BE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1371438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tex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61E36096-1D37-3DA3-E326-573CBB1412A1}"/>
              </a:ext>
            </a:extLst>
          </p:cNvPr>
          <p:cNvSpPr/>
          <p:nvPr userDrawn="1"/>
        </p:nvSpPr>
        <p:spPr>
          <a:xfrm>
            <a:off x="1724571" y="4117271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9CC908E0-1A62-726A-2377-FB941B05768F}"/>
              </a:ext>
            </a:extLst>
          </p:cNvPr>
          <p:cNvSpPr/>
          <p:nvPr userDrawn="1"/>
        </p:nvSpPr>
        <p:spPr>
          <a:xfrm>
            <a:off x="9171231" y="4117270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44487F9C-FC9F-2AB6-11BC-D05597F21163}"/>
              </a:ext>
            </a:extLst>
          </p:cNvPr>
          <p:cNvSpPr/>
          <p:nvPr userDrawn="1"/>
        </p:nvSpPr>
        <p:spPr>
          <a:xfrm>
            <a:off x="16617889" y="4117270"/>
            <a:ext cx="6731968" cy="6650666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FE62F-0680-6061-A7BD-29614B812C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220686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651B028-3692-0FEE-992A-E4B5858CC6BA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9" name="Retângulo Arredondado 8">
              <a:extLst>
                <a:ext uri="{FF2B5EF4-FFF2-40B4-BE49-F238E27FC236}">
                  <a16:creationId xmlns:a16="http://schemas.microsoft.com/office/drawing/2014/main" id="{C9D6380B-F289-2E8B-C4D0-32F1643C124D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C24FB974-4A82-5270-47A3-9469BA5731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D7E6BB0-233D-495D-3EFF-30A5306BE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EF2423E5-A848-62DC-5A81-DBFC671B550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06887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0ABC1935-F816-9C91-5F26-542C720E9F8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7153545" y="4669972"/>
            <a:ext cx="5771769" cy="56170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337152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text_boxes"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8AE30C7A-166A-3582-D327-C28888784179}"/>
              </a:ext>
            </a:extLst>
          </p:cNvPr>
          <p:cNvSpPr/>
          <p:nvPr userDrawn="1"/>
        </p:nvSpPr>
        <p:spPr>
          <a:xfrm>
            <a:off x="1724571" y="4117271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905CB42E-C63A-1292-600E-34EB56A86BB4}"/>
              </a:ext>
            </a:extLst>
          </p:cNvPr>
          <p:cNvSpPr/>
          <p:nvPr userDrawn="1"/>
        </p:nvSpPr>
        <p:spPr>
          <a:xfrm>
            <a:off x="9171231" y="4117270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D995D7FC-6007-3D01-4D9F-80BE877A061A}"/>
              </a:ext>
            </a:extLst>
          </p:cNvPr>
          <p:cNvSpPr/>
          <p:nvPr userDrawn="1"/>
        </p:nvSpPr>
        <p:spPr>
          <a:xfrm>
            <a:off x="16617889" y="4117270"/>
            <a:ext cx="6731968" cy="6650666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E2C36A2-CE87-9945-85A8-4EA35EB810D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220686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A06881B8-4A71-495F-D6EC-ED1C8D414B71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solidFill>
            <a:schemeClr val="bg1"/>
          </a:solidFill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0" name="Retângulo Arredondado 9">
              <a:extLst>
                <a:ext uri="{FF2B5EF4-FFF2-40B4-BE49-F238E27FC236}">
                  <a16:creationId xmlns:a16="http://schemas.microsoft.com/office/drawing/2014/main" id="{4AE1926E-0892-AC71-E6E9-2E9047897EEC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C8BC1A13-802C-0EF4-061C-3DE3A083D96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CC9ACD0-03AC-AC8D-5A49-1E4E9DA8A5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CD4159AF-2A50-16B4-E947-7CA216ABC1A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706887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9BA9D49-2A96-4B85-0791-65293D8BE48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7153545" y="4669972"/>
            <a:ext cx="5771769" cy="56170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88336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tex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61E36096-1D37-3DA3-E326-573CBB1412A1}"/>
              </a:ext>
            </a:extLst>
          </p:cNvPr>
          <p:cNvSpPr/>
          <p:nvPr userDrawn="1"/>
        </p:nvSpPr>
        <p:spPr>
          <a:xfrm>
            <a:off x="1724571" y="4117271"/>
            <a:ext cx="4934257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9CC908E0-1A62-726A-2377-FB941B05768F}"/>
              </a:ext>
            </a:extLst>
          </p:cNvPr>
          <p:cNvSpPr/>
          <p:nvPr userDrawn="1"/>
        </p:nvSpPr>
        <p:spPr>
          <a:xfrm>
            <a:off x="7341331" y="4117270"/>
            <a:ext cx="4934257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44487F9C-FC9F-2AB6-11BC-D05597F21163}"/>
              </a:ext>
            </a:extLst>
          </p:cNvPr>
          <p:cNvSpPr/>
          <p:nvPr userDrawn="1"/>
        </p:nvSpPr>
        <p:spPr>
          <a:xfrm>
            <a:off x="12958091" y="4117269"/>
            <a:ext cx="4757383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FE62F-0680-6061-A7BD-29614B812C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150116" y="4560682"/>
            <a:ext cx="4082143" cy="6891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651B028-3692-0FEE-992A-E4B5858CC6BA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9" name="Retângulo Arredondado 8">
              <a:extLst>
                <a:ext uri="{FF2B5EF4-FFF2-40B4-BE49-F238E27FC236}">
                  <a16:creationId xmlns:a16="http://schemas.microsoft.com/office/drawing/2014/main" id="{C9D6380B-F289-2E8B-C4D0-32F1643C124D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C24FB974-4A82-5270-47A3-9469BA5731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D7E6BB0-233D-495D-3EFF-30A5306BE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5DFA351F-0F00-06E7-FCFE-8D3D29DFDA7D}"/>
              </a:ext>
            </a:extLst>
          </p:cNvPr>
          <p:cNvSpPr/>
          <p:nvPr userDrawn="1"/>
        </p:nvSpPr>
        <p:spPr>
          <a:xfrm>
            <a:off x="18397977" y="4117270"/>
            <a:ext cx="4934257" cy="70514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530C8676-B0DF-924B-6F95-987DC951F5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767387" y="4560683"/>
            <a:ext cx="4082143" cy="6891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4FAC6C0C-890C-BECE-FB8C-28B3F3F94A4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295710" y="4560682"/>
            <a:ext cx="4082143" cy="6891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BDD0E519-5E80-8812-9D34-6260444672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8824033" y="4560682"/>
            <a:ext cx="4082143" cy="6314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666950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CF0C8F35-4B03-478E-885A-FBF20D719A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884" y="1618147"/>
            <a:ext cx="18887236" cy="11477568"/>
          </a:xfrm>
          <a:prstGeom prst="rect">
            <a:avLst/>
          </a:prstGeom>
        </p:spPr>
      </p:pic>
      <p:pic>
        <p:nvPicPr>
          <p:cNvPr id="14" name="Picture 13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96BB306D-E3A1-AA29-7649-725F4CFA0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530809" y="3466498"/>
            <a:ext cx="10823720" cy="59684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F7F4F-6A10-3C09-6C73-F2F9DDF318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33665" y="7356931"/>
            <a:ext cx="7135813" cy="8311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5F14B-E3E2-6703-ABF7-7E8BF9604A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33665" y="8493580"/>
            <a:ext cx="9074150" cy="941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7AE09-3A0D-A2A9-8B63-FC05CA6995E1}"/>
              </a:ext>
            </a:extLst>
          </p:cNvPr>
          <p:cNvSpPr txBox="1"/>
          <p:nvPr userDrawn="1"/>
        </p:nvSpPr>
        <p:spPr>
          <a:xfrm>
            <a:off x="1186542" y="11592705"/>
            <a:ext cx="8876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  <a:latin typeface="The Future" panose="020B0503060202060203" pitchFamily="34" charset="77"/>
              </a:rPr>
              <a:t>x</a:t>
            </a:r>
            <a:r>
              <a:rPr lang="en-PT" sz="2400" b="1">
                <a:solidFill>
                  <a:srgbClr val="000000"/>
                </a:solidFill>
                <a:latin typeface="The Future" panose="020B0503060202060203" pitchFamily="34" charset="77"/>
              </a:rPr>
              <a:t>geeks.</a:t>
            </a:r>
            <a:r>
              <a:rPr lang="pt-PT" sz="2400" b="1">
                <a:solidFill>
                  <a:srgbClr val="000000"/>
                </a:solidFill>
                <a:latin typeface="The Future" panose="020B0503060202060203" pitchFamily="34" charset="77"/>
              </a:rPr>
              <a:t>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278295-72EB-45A0-0B80-A16FF20B0C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6542" y="12259267"/>
            <a:ext cx="6192982" cy="55487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7FC229A-6CA4-2F61-DB67-F665D178FD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3664" y="2865055"/>
            <a:ext cx="8607306" cy="3494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8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144367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B w picture &amp;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959283D5-6A6E-1F5D-2430-1ECD6F1A28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978022" y="1314500"/>
            <a:ext cx="17290726" cy="10507386"/>
          </a:xfrm>
          <a:prstGeom prst="rect">
            <a:avLst/>
          </a:prstGeom>
        </p:spPr>
      </p:pic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F33F2296-E5A0-3047-B58B-8E49370193F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6146397" y="3638681"/>
            <a:ext cx="7257993" cy="6974889"/>
          </a:xfrm>
          <a:prstGeom prst="roundRect">
            <a:avLst>
              <a:gd name="adj" fmla="val 9637"/>
            </a:avLst>
          </a:prstGeom>
        </p:spPr>
        <p:txBody>
          <a:bodyPr/>
          <a:lstStyle/>
          <a:p>
            <a:r>
              <a:rPr lang="en-DE"/>
              <a:t>Add a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8F8835-3CF9-2A41-9AF7-514706AF83CF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2070962" y="4456112"/>
            <a:ext cx="13081952" cy="6157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0" b="0" i="0" baseline="0">
                <a:solidFill>
                  <a:schemeClr val="bg1"/>
                </a:solidFill>
                <a:latin typeface="The Future" panose="020B0503060202060203" pitchFamily="34" charset="77"/>
              </a:defRPr>
            </a:lvl1pPr>
            <a:lvl2pPr>
              <a:defRPr sz="10000" baseline="0">
                <a:latin typeface="Tahoma" panose="020B0604030504040204" pitchFamily="34" charset="0"/>
              </a:defRPr>
            </a:lvl2pPr>
            <a:lvl3pPr>
              <a:defRPr sz="10000" baseline="0">
                <a:latin typeface="Tahoma" panose="020B0604030504040204" pitchFamily="34" charset="0"/>
              </a:defRPr>
            </a:lvl3pPr>
            <a:lvl4pPr>
              <a:defRPr sz="10000" baseline="0">
                <a:latin typeface="Tahoma" panose="020B0604030504040204" pitchFamily="34" charset="0"/>
              </a:defRPr>
            </a:lvl4pPr>
            <a:lvl5pPr>
              <a:defRPr sz="10000" baseline="0">
                <a:latin typeface="Tahoma" panose="020B0604030504040204" pitchFamily="34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3DA7F14-8365-874C-A824-BABC26CA413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93276" y="858142"/>
            <a:ext cx="4803461" cy="904874"/>
          </a:xfrm>
          <a:prstGeom prst="rect">
            <a:avLst/>
          </a:prstGeom>
          <a:noFill/>
        </p:spPr>
        <p:txBody>
          <a:bodyPr/>
          <a:lstStyle/>
          <a:p>
            <a:r>
              <a:rPr lang="en-DE"/>
              <a:t>Client logos</a:t>
            </a:r>
          </a:p>
        </p:txBody>
      </p:sp>
    </p:spTree>
    <p:extLst>
      <p:ext uri="{BB962C8B-B14F-4D97-AF65-F5344CB8AC3E}">
        <p14:creationId xmlns:p14="http://schemas.microsoft.com/office/powerpoint/2010/main" val="9443231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110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13">
            <a:extLst>
              <a:ext uri="{FF2B5EF4-FFF2-40B4-BE49-F238E27FC236}">
                <a16:creationId xmlns:a16="http://schemas.microsoft.com/office/drawing/2014/main" id="{49AE9C49-9BA9-9E9E-F6DD-AC91414D400B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9" name="Retângulo Arredondado 15">
              <a:extLst>
                <a:ext uri="{FF2B5EF4-FFF2-40B4-BE49-F238E27FC236}">
                  <a16:creationId xmlns:a16="http://schemas.microsoft.com/office/drawing/2014/main" id="{A1A348CF-DB73-D722-52C3-0ADBC7581E65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0" name="Gráfico 16">
              <a:extLst>
                <a:ext uri="{FF2B5EF4-FFF2-40B4-BE49-F238E27FC236}">
                  <a16:creationId xmlns:a16="http://schemas.microsoft.com/office/drawing/2014/main" id="{7EDA462F-511A-47BA-8589-A26BBAA655A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0218C2-783C-C0A7-BF59-00C4DB2CEC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85372" y="4333468"/>
            <a:ext cx="9496944" cy="616857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D4A89D1-94AB-5B8B-99B6-8D9B330499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A7923EF4-E8C4-64F4-A658-81E3F56C192B}"/>
              </a:ext>
            </a:extLst>
          </p:cNvPr>
          <p:cNvSpPr/>
          <p:nvPr userDrawn="1"/>
        </p:nvSpPr>
        <p:spPr>
          <a:xfrm>
            <a:off x="1724571" y="8272128"/>
            <a:ext cx="4910145" cy="3289689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52376E6C-838F-9C77-54CF-ED2D6D4B61F3}"/>
              </a:ext>
            </a:extLst>
          </p:cNvPr>
          <p:cNvSpPr/>
          <p:nvPr userDrawn="1"/>
        </p:nvSpPr>
        <p:spPr>
          <a:xfrm>
            <a:off x="7281061" y="8272129"/>
            <a:ext cx="4910145" cy="3289688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DE6420CA-38D9-829E-F75B-FBFDEDCC46A0}"/>
              </a:ext>
            </a:extLst>
          </p:cNvPr>
          <p:cNvSpPr/>
          <p:nvPr userDrawn="1"/>
        </p:nvSpPr>
        <p:spPr>
          <a:xfrm>
            <a:off x="1724571" y="4128068"/>
            <a:ext cx="4910145" cy="3289689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0E7C49E6-8942-ABE2-4765-30ECF9D4F4BC}"/>
              </a:ext>
            </a:extLst>
          </p:cNvPr>
          <p:cNvSpPr/>
          <p:nvPr userDrawn="1"/>
        </p:nvSpPr>
        <p:spPr>
          <a:xfrm>
            <a:off x="7281061" y="4128068"/>
            <a:ext cx="4910145" cy="3289689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280458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A86C5-EAE9-354C-A860-C60579919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7802" y="2244726"/>
            <a:ext cx="18286810" cy="4775200"/>
          </a:xfrm>
        </p:spPr>
        <p:txBody>
          <a:bodyPr anchor="b"/>
          <a:lstStyle>
            <a:lvl1pPr algn="ctr">
              <a:defRPr sz="11999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88B85-524F-7D4E-9094-C34FE9DF0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802" y="7204076"/>
            <a:ext cx="1828681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60F73-9E70-A34D-BB38-0C5BE9CE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DFCF-0F8F-3F45-9987-E4C29CE9DF53}" type="datetimeFigureOut">
              <a:rPr lang="en-PT" smtClean="0"/>
              <a:t>09/15/2026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41464-AD4D-084D-A0EF-D719F2E4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6847D-0359-C346-8C93-119CA004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4403-8CB6-A242-8972-1634FE990460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568043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">
  <p:cSld name="chap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1065514" y="1292103"/>
            <a:ext cx="15644296" cy="9091054"/>
          </a:xfrm>
          <a:prstGeom prst="rect">
            <a:avLst/>
          </a:prstGeom>
          <a:noFill/>
          <a:ln>
            <a:noFill/>
          </a:ln>
          <a:effectLst>
            <a:outerShdw dist="225663" dir="2700000" algn="tl" rotWithShape="0">
              <a:srgbClr val="000000"/>
            </a:outerShdw>
          </a:effectLst>
        </p:spPr>
      </p:pic>
      <p:sp>
        <p:nvSpPr>
          <p:cNvPr id="27" name="Google Shape;27;p37"/>
          <p:cNvSpPr txBox="1">
            <a:spLocks noGrp="1"/>
          </p:cNvSpPr>
          <p:nvPr>
            <p:ph type="body" idx="1"/>
          </p:nvPr>
        </p:nvSpPr>
        <p:spPr>
          <a:xfrm>
            <a:off x="3838357" y="4321566"/>
            <a:ext cx="12122369" cy="151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914354" lvl="0" indent="-45717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  <a:defRPr sz="8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828709" lvl="1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743063" lvl="2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657417" lvl="3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4571771" lvl="4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5486126" lvl="5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6400480" lvl="6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7314834" lvl="7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8229189" lvl="8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7"/>
          <p:cNvSpPr txBox="1">
            <a:spLocks noGrp="1"/>
          </p:cNvSpPr>
          <p:nvPr>
            <p:ph type="body" idx="2"/>
          </p:nvPr>
        </p:nvSpPr>
        <p:spPr>
          <a:xfrm>
            <a:off x="3838359" y="7352363"/>
            <a:ext cx="12122369" cy="151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914354" lvl="0" indent="-45717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300"/>
              <a:buNone/>
              <a:defRPr sz="66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828709" lvl="1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743063" lvl="2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657417" lvl="3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4571771" lvl="4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5486126" lvl="5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6400480" lvl="6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7314834" lvl="7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8229189" lvl="8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6118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3text_boxes">
  <p:cSld name="2_3text_boxe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8"/>
          <p:cNvSpPr/>
          <p:nvPr/>
        </p:nvSpPr>
        <p:spPr>
          <a:xfrm>
            <a:off x="1724573" y="4117273"/>
            <a:ext cx="6982256" cy="7778674"/>
          </a:xfrm>
          <a:prstGeom prst="roundRect">
            <a:avLst>
              <a:gd name="adj" fmla="val 5144"/>
            </a:avLst>
          </a:prstGeom>
          <a:solidFill>
            <a:schemeClr val="lt1"/>
          </a:solidFill>
          <a:ln w="444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95565" dir="2700000" algn="tl" rotWithShape="0">
              <a:srgbClr val="000000"/>
            </a:outerShdw>
          </a:effectLst>
        </p:spPr>
        <p:txBody>
          <a:bodyPr spcFirstLastPara="1" wrap="square" lIns="182838" tIns="91394" rIns="182838" bIns="91394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8"/>
          <p:cNvSpPr/>
          <p:nvPr/>
        </p:nvSpPr>
        <p:spPr>
          <a:xfrm>
            <a:off x="9171232" y="4117271"/>
            <a:ext cx="6982256" cy="7778674"/>
          </a:xfrm>
          <a:prstGeom prst="roundRect">
            <a:avLst>
              <a:gd name="adj" fmla="val 5144"/>
            </a:avLst>
          </a:prstGeom>
          <a:solidFill>
            <a:schemeClr val="lt1"/>
          </a:solidFill>
          <a:ln w="444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95565" dir="2700000" algn="tl" rotWithShape="0">
              <a:srgbClr val="000000"/>
            </a:outerShdw>
          </a:effectLst>
        </p:spPr>
        <p:txBody>
          <a:bodyPr spcFirstLastPara="1" wrap="square" lIns="182838" tIns="91394" rIns="182838" bIns="91394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8"/>
          <p:cNvSpPr/>
          <p:nvPr/>
        </p:nvSpPr>
        <p:spPr>
          <a:xfrm>
            <a:off x="16617889" y="4117271"/>
            <a:ext cx="6731968" cy="6650666"/>
          </a:xfrm>
          <a:prstGeom prst="roundRect">
            <a:avLst>
              <a:gd name="adj" fmla="val 5144"/>
            </a:avLst>
          </a:prstGeom>
          <a:solidFill>
            <a:schemeClr val="lt1"/>
          </a:solidFill>
          <a:ln w="444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95565" dir="2700000" algn="tl" rotWithShape="0">
              <a:srgbClr val="000000"/>
            </a:outerShdw>
          </a:effectLst>
        </p:spPr>
        <p:txBody>
          <a:bodyPr spcFirstLastPara="1" wrap="square" lIns="182838" tIns="91394" rIns="182838" bIns="91394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8"/>
          <p:cNvSpPr txBox="1">
            <a:spLocks noGrp="1"/>
          </p:cNvSpPr>
          <p:nvPr>
            <p:ph type="body" idx="1"/>
          </p:nvPr>
        </p:nvSpPr>
        <p:spPr>
          <a:xfrm>
            <a:off x="2220686" y="4669972"/>
            <a:ext cx="5910943" cy="6498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914354" lvl="0" indent="-45717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828709" lvl="1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743063" lvl="2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657417" lvl="3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4571771" lvl="4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5486126" lvl="5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6400480" lvl="6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7314834" lvl="7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8229189" lvl="8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4" name="Google Shape;34;p38"/>
          <p:cNvGrpSpPr/>
          <p:nvPr/>
        </p:nvGrpSpPr>
        <p:grpSpPr>
          <a:xfrm>
            <a:off x="799011" y="875420"/>
            <a:ext cx="10882362" cy="2336848"/>
            <a:chOff x="209757" y="166899"/>
            <a:chExt cx="10882361" cy="2336848"/>
          </a:xfrm>
        </p:grpSpPr>
        <p:sp>
          <p:nvSpPr>
            <p:cNvPr id="35" name="Google Shape;35;p38"/>
            <p:cNvSpPr/>
            <p:nvPr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136565" dir="13500000" algn="br" rotWithShape="0">
                <a:srgbClr val="00000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" name="Google Shape;36;p38"/>
            <p:cNvPicPr preferRelativeResize="0"/>
            <p:nvPr/>
          </p:nvPicPr>
          <p:blipFill rotWithShape="1">
            <a:blip r:embed="rId2">
              <a:alphaModFix/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" name="Google Shape;37;p38"/>
          <p:cNvSpPr txBox="1">
            <a:spLocks noGrp="1"/>
          </p:cNvSpPr>
          <p:nvPr>
            <p:ph type="body" idx="2"/>
          </p:nvPr>
        </p:nvSpPr>
        <p:spPr>
          <a:xfrm>
            <a:off x="1986831" y="2154183"/>
            <a:ext cx="9155236" cy="62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914354" lvl="0" indent="-45717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828709" lvl="1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743063" lvl="2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657417" lvl="3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4571771" lvl="4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5486126" lvl="5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6400480" lvl="6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7314834" lvl="7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8229189" lvl="8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8"/>
          <p:cNvSpPr txBox="1">
            <a:spLocks noGrp="1"/>
          </p:cNvSpPr>
          <p:nvPr>
            <p:ph type="body" idx="3"/>
          </p:nvPr>
        </p:nvSpPr>
        <p:spPr>
          <a:xfrm>
            <a:off x="9706888" y="4669972"/>
            <a:ext cx="5910943" cy="6498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914354" lvl="0" indent="-45717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828709" lvl="1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743063" lvl="2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657417" lvl="3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4571771" lvl="4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5486126" lvl="5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6400480" lvl="6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7314834" lvl="7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8229189" lvl="8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body" idx="4"/>
          </p:nvPr>
        </p:nvSpPr>
        <p:spPr>
          <a:xfrm>
            <a:off x="17153546" y="4669972"/>
            <a:ext cx="5771768" cy="5617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914354" lvl="0" indent="-45717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828709" lvl="1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743063" lvl="2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657417" lvl="3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4571771" lvl="4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5486126" lvl="5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6400480" lvl="6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7314834" lvl="7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8229189" lvl="8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4175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2titles+2texts">
  <p:cSld name="6_2titles+2tex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>
            <a:spLocks noGrp="1"/>
          </p:cNvSpPr>
          <p:nvPr>
            <p:ph type="body" idx="1"/>
          </p:nvPr>
        </p:nvSpPr>
        <p:spPr>
          <a:xfrm>
            <a:off x="1724572" y="4333469"/>
            <a:ext cx="10747132" cy="8304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914354" lvl="0" indent="-45717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828709" lvl="1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743063" lvl="2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657417" lvl="3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4571771" lvl="4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5486126" lvl="5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6400480" lvl="6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7314834" lvl="7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8229189" lvl="8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9"/>
          <p:cNvSpPr>
            <a:spLocks noGrp="1"/>
          </p:cNvSpPr>
          <p:nvPr>
            <p:ph type="pic" idx="2"/>
          </p:nvPr>
        </p:nvSpPr>
        <p:spPr>
          <a:xfrm>
            <a:off x="13585373" y="4333469"/>
            <a:ext cx="9496944" cy="616857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3" name="Google Shape;43;p39"/>
          <p:cNvGrpSpPr/>
          <p:nvPr/>
        </p:nvGrpSpPr>
        <p:grpSpPr>
          <a:xfrm>
            <a:off x="799011" y="875420"/>
            <a:ext cx="10882362" cy="2336848"/>
            <a:chOff x="209757" y="166899"/>
            <a:chExt cx="10882361" cy="2336848"/>
          </a:xfrm>
        </p:grpSpPr>
        <p:sp>
          <p:nvSpPr>
            <p:cNvPr id="44" name="Google Shape;44;p39"/>
            <p:cNvSpPr/>
            <p:nvPr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136565" dir="13500000" algn="br" rotWithShape="0">
                <a:srgbClr val="00000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" name="Google Shape;45;p39"/>
            <p:cNvPicPr preferRelativeResize="0"/>
            <p:nvPr/>
          </p:nvPicPr>
          <p:blipFill rotWithShape="1">
            <a:blip r:embed="rId2">
              <a:alphaModFix/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" name="Google Shape;46;p39"/>
          <p:cNvSpPr txBox="1">
            <a:spLocks noGrp="1"/>
          </p:cNvSpPr>
          <p:nvPr>
            <p:ph type="body" idx="3"/>
          </p:nvPr>
        </p:nvSpPr>
        <p:spPr>
          <a:xfrm>
            <a:off x="1986831" y="2154183"/>
            <a:ext cx="9155236" cy="62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914354" lvl="0" indent="-45717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828709" lvl="1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743063" lvl="2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657417" lvl="3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4571771" lvl="4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5486126" lvl="5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6400480" lvl="6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7314834" lvl="7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8229189" lvl="8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0330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2titles+2texts">
  <p:cSld name="8_2titles+2tex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40"/>
          <p:cNvGrpSpPr/>
          <p:nvPr/>
        </p:nvGrpSpPr>
        <p:grpSpPr>
          <a:xfrm>
            <a:off x="799011" y="875420"/>
            <a:ext cx="10882362" cy="2336848"/>
            <a:chOff x="209757" y="166899"/>
            <a:chExt cx="10882361" cy="2336848"/>
          </a:xfrm>
        </p:grpSpPr>
        <p:sp>
          <p:nvSpPr>
            <p:cNvPr id="49" name="Google Shape;49;p40"/>
            <p:cNvSpPr/>
            <p:nvPr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136565" dir="13500000" algn="br" rotWithShape="0">
                <a:srgbClr val="00000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" name="Google Shape;50;p40"/>
            <p:cNvPicPr preferRelativeResize="0"/>
            <p:nvPr/>
          </p:nvPicPr>
          <p:blipFill rotWithShape="1">
            <a:blip r:embed="rId2">
              <a:alphaModFix/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40"/>
          <p:cNvSpPr>
            <a:spLocks noGrp="1"/>
          </p:cNvSpPr>
          <p:nvPr>
            <p:ph type="pic" idx="2"/>
          </p:nvPr>
        </p:nvSpPr>
        <p:spPr>
          <a:xfrm>
            <a:off x="13585373" y="4333469"/>
            <a:ext cx="9496944" cy="6168578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40"/>
          <p:cNvSpPr txBox="1">
            <a:spLocks noGrp="1"/>
          </p:cNvSpPr>
          <p:nvPr>
            <p:ph type="body" idx="1"/>
          </p:nvPr>
        </p:nvSpPr>
        <p:spPr>
          <a:xfrm>
            <a:off x="1986831" y="2154183"/>
            <a:ext cx="9155236" cy="62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914354" lvl="0" indent="-45717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828709" lvl="1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743063" lvl="2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3657417" lvl="3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4571771" lvl="4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5486126" lvl="5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6400480" lvl="6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7314834" lvl="7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8229189" lvl="8" indent="-68576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/>
          <p:nvPr/>
        </p:nvSpPr>
        <p:spPr>
          <a:xfrm>
            <a:off x="1724572" y="8272129"/>
            <a:ext cx="4910144" cy="3289690"/>
          </a:xfrm>
          <a:prstGeom prst="roundRect">
            <a:avLst>
              <a:gd name="adj" fmla="val 5144"/>
            </a:avLst>
          </a:prstGeom>
          <a:solidFill>
            <a:schemeClr val="lt1"/>
          </a:solidFill>
          <a:ln w="444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95565" dir="2700000" algn="tl" rotWithShape="0">
              <a:srgbClr val="000000"/>
            </a:outerShdw>
          </a:effectLst>
        </p:spPr>
        <p:txBody>
          <a:bodyPr spcFirstLastPara="1" wrap="square" lIns="182838" tIns="91394" rIns="182838" bIns="91394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0"/>
          <p:cNvSpPr/>
          <p:nvPr/>
        </p:nvSpPr>
        <p:spPr>
          <a:xfrm>
            <a:off x="7281062" y="8272130"/>
            <a:ext cx="4910144" cy="3289688"/>
          </a:xfrm>
          <a:prstGeom prst="roundRect">
            <a:avLst>
              <a:gd name="adj" fmla="val 5144"/>
            </a:avLst>
          </a:prstGeom>
          <a:solidFill>
            <a:schemeClr val="lt1"/>
          </a:solidFill>
          <a:ln w="444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95565" dir="2700000" algn="tl" rotWithShape="0">
              <a:srgbClr val="000000"/>
            </a:outerShdw>
          </a:effectLst>
        </p:spPr>
        <p:txBody>
          <a:bodyPr spcFirstLastPara="1" wrap="square" lIns="182838" tIns="91394" rIns="182838" bIns="91394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0"/>
          <p:cNvSpPr/>
          <p:nvPr/>
        </p:nvSpPr>
        <p:spPr>
          <a:xfrm>
            <a:off x="1724572" y="4128069"/>
            <a:ext cx="4910144" cy="3289690"/>
          </a:xfrm>
          <a:prstGeom prst="roundRect">
            <a:avLst>
              <a:gd name="adj" fmla="val 5144"/>
            </a:avLst>
          </a:prstGeom>
          <a:solidFill>
            <a:schemeClr val="lt1"/>
          </a:solidFill>
          <a:ln w="444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95565" dir="2700000" algn="tl" rotWithShape="0">
              <a:srgbClr val="000000"/>
            </a:outerShdw>
          </a:effectLst>
        </p:spPr>
        <p:txBody>
          <a:bodyPr spcFirstLastPara="1" wrap="square" lIns="182838" tIns="91394" rIns="182838" bIns="91394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0"/>
          <p:cNvSpPr/>
          <p:nvPr/>
        </p:nvSpPr>
        <p:spPr>
          <a:xfrm>
            <a:off x="7281062" y="4128069"/>
            <a:ext cx="4910144" cy="3289690"/>
          </a:xfrm>
          <a:prstGeom prst="roundRect">
            <a:avLst>
              <a:gd name="adj" fmla="val 5144"/>
            </a:avLst>
          </a:prstGeom>
          <a:solidFill>
            <a:schemeClr val="lt1"/>
          </a:solidFill>
          <a:ln w="444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95565" dir="2700000" algn="tl" rotWithShape="0">
              <a:srgbClr val="000000"/>
            </a:outerShdw>
          </a:effectLst>
        </p:spPr>
        <p:txBody>
          <a:bodyPr spcFirstLastPara="1" wrap="square" lIns="182838" tIns="91394" rIns="182838" bIns="91394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983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Tipo de letra, Gráficos, design gráfico, captura de ecrã&#10;&#10;Descrição gerada automaticamente">
            <a:extLst>
              <a:ext uri="{FF2B5EF4-FFF2-40B4-BE49-F238E27FC236}">
                <a16:creationId xmlns:a16="http://schemas.microsoft.com/office/drawing/2014/main" id="{F895EC69-E605-0286-1834-4707FF996982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20826791" y="11783033"/>
            <a:ext cx="2603746" cy="107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4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64" r:id="rId2"/>
    <p:sldLayoutId id="2147483765" r:id="rId3"/>
    <p:sldLayoutId id="2147483740" r:id="rId4"/>
    <p:sldLayoutId id="2147483762" r:id="rId5"/>
    <p:sldLayoutId id="2147483731" r:id="rId6"/>
    <p:sldLayoutId id="2147483755" r:id="rId7"/>
    <p:sldLayoutId id="2147483685" r:id="rId8"/>
    <p:sldLayoutId id="2147483747" r:id="rId9"/>
    <p:sldLayoutId id="2147483758" r:id="rId10"/>
    <p:sldLayoutId id="2147483766" r:id="rId11"/>
    <p:sldLayoutId id="2147483745" r:id="rId12"/>
    <p:sldLayoutId id="2147483743" r:id="rId13"/>
    <p:sldLayoutId id="2147483756" r:id="rId14"/>
    <p:sldLayoutId id="2147483757" r:id="rId15"/>
    <p:sldLayoutId id="2147483748" r:id="rId16"/>
    <p:sldLayoutId id="2147483759" r:id="rId17"/>
    <p:sldLayoutId id="2147483746" r:id="rId18"/>
    <p:sldLayoutId id="2147483760" r:id="rId19"/>
    <p:sldLayoutId id="2147483702" r:id="rId20"/>
    <p:sldLayoutId id="2147483749" r:id="rId21"/>
    <p:sldLayoutId id="2147483751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</p:sldLayoutIdLst>
  <p:hf hdr="0"/>
  <p:txStyles>
    <p:titleStyle>
      <a:lvl1pPr marL="0" indent="0" algn="l" defTabSz="1828709" rtl="0" eaLnBrk="1" latinLnBrk="0" hangingPunct="1">
        <a:lnSpc>
          <a:spcPct val="100000"/>
        </a:lnSpc>
        <a:spcBef>
          <a:spcPct val="0"/>
        </a:spcBef>
        <a:buFont typeface="+mj-lt"/>
        <a:buNone/>
        <a:defRPr sz="8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100000"/>
        </a:lnSpc>
        <a:spcBef>
          <a:spcPts val="2000"/>
        </a:spcBef>
        <a:buFont typeface="Arial" panose="020B0604020202020204" pitchFamily="34" charset="0"/>
        <a:buChar char="•"/>
        <a:defRPr sz="4000" b="1" i="0" kern="1200">
          <a:solidFill>
            <a:schemeClr val="tx1"/>
          </a:solidFill>
          <a:latin typeface="+mj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+mj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+mj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1601" userDrawn="1">
          <p15:clr>
            <a:srgbClr val="F26B43"/>
          </p15:clr>
        </p15:guide>
        <p15:guide id="3" pos="13757" userDrawn="1">
          <p15:clr>
            <a:srgbClr val="F26B43"/>
          </p15:clr>
        </p15:guide>
        <p15:guide id="4" pos="3688" userDrawn="1">
          <p15:clr>
            <a:srgbClr val="F26B43"/>
          </p15:clr>
        </p15:guide>
        <p15:guide id="5" orient="horz" pos="1916" userDrawn="1">
          <p15:clr>
            <a:srgbClr val="F26B43"/>
          </p15:clr>
        </p15:guide>
        <p15:guide id="6" orient="horz" pos="6724" userDrawn="1">
          <p15:clr>
            <a:srgbClr val="F26B43"/>
          </p15:clr>
        </p15:guide>
        <p15:guide id="7" orient="horz" pos="8039" userDrawn="1">
          <p15:clr>
            <a:srgbClr val="F26B43"/>
          </p15:clr>
        </p15:guide>
        <p15:guide id="8" pos="3370" userDrawn="1">
          <p15:clr>
            <a:srgbClr val="F26B43"/>
          </p15:clr>
        </p15:guide>
        <p15:guide id="9" pos="5458" userDrawn="1">
          <p15:clr>
            <a:srgbClr val="F26B43"/>
          </p15:clr>
        </p15:guide>
        <p15:guide id="10" pos="5773" userDrawn="1">
          <p15:clr>
            <a:srgbClr val="F26B43"/>
          </p15:clr>
        </p15:guide>
        <p15:guide id="11" pos="7497" userDrawn="1">
          <p15:clr>
            <a:srgbClr val="F26B43"/>
          </p15:clr>
        </p15:guide>
        <p15:guide id="12" pos="7816" userDrawn="1">
          <p15:clr>
            <a:srgbClr val="F26B43"/>
          </p15:clr>
        </p15:guide>
        <p15:guide id="13" pos="9585" userDrawn="1">
          <p15:clr>
            <a:srgbClr val="F26B43"/>
          </p15:clr>
        </p15:guide>
        <p15:guide id="14" pos="9925" userDrawn="1">
          <p15:clr>
            <a:srgbClr val="F26B43"/>
          </p15:clr>
        </p15:guide>
        <p15:guide id="15" pos="11648" userDrawn="1">
          <p15:clr>
            <a:srgbClr val="F26B43"/>
          </p15:clr>
        </p15:guide>
        <p15:guide id="16" pos="1198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jpeg"/><Relationship Id="rId10" Type="http://schemas.openxmlformats.org/officeDocument/2006/relationships/image" Target="../media/image24.png"/><Relationship Id="rId4" Type="http://schemas.openxmlformats.org/officeDocument/2006/relationships/image" Target="../media/image18.jpeg"/><Relationship Id="rId9" Type="http://schemas.openxmlformats.org/officeDocument/2006/relationships/image" Target="../media/image23.png"/><Relationship Id="rId14" Type="http://schemas.openxmlformats.org/officeDocument/2006/relationships/image" Target="../media/image2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85D0184-6723-9D01-CBBF-1423D7FC9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92"/>
            <a:ext cx="24372888" cy="1385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0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814BB6-A619-19E1-AA09-1B47FAE4C72D}"/>
              </a:ext>
            </a:extLst>
          </p:cNvPr>
          <p:cNvSpPr/>
          <p:nvPr/>
        </p:nvSpPr>
        <p:spPr>
          <a:xfrm>
            <a:off x="5544" y="-11219"/>
            <a:ext cx="24354496" cy="137216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3EF9D9-E1BD-37BD-E4C1-D8FC6B2C76F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19305" y="3100750"/>
            <a:ext cx="4184883" cy="1014997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pt-PT" sz="6600">
                <a:solidFill>
                  <a:srgbClr val="FFFFFF"/>
                </a:solidFill>
                <a:latin typeface="The Future"/>
              </a:rPr>
              <a:t>WE'RE</a:t>
            </a:r>
            <a:r>
              <a:rPr lang="pt-PT" sz="9650">
                <a:solidFill>
                  <a:srgbClr val="FFFFFF"/>
                </a:solidFill>
                <a:latin typeface="The Future"/>
              </a:rPr>
              <a:t> </a:t>
            </a:r>
            <a:br>
              <a:rPr lang="pt-PT" sz="9650">
                <a:solidFill>
                  <a:srgbClr val="FFFFFF"/>
                </a:solidFill>
                <a:latin typeface="The Future"/>
              </a:rPr>
            </a:br>
            <a:br>
              <a:rPr lang="pt-PT" sz="9650">
                <a:solidFill>
                  <a:srgbClr val="FFFFFF"/>
                </a:solidFill>
                <a:latin typeface="The Future"/>
              </a:rPr>
            </a:br>
            <a:endParaRPr lang="pt-PT" sz="9650">
              <a:solidFill>
                <a:srgbClr val="FFFFFF"/>
              </a:solidFill>
              <a:latin typeface="The Future"/>
            </a:endParaRPr>
          </a:p>
        </p:txBody>
      </p:sp>
      <p:pic>
        <p:nvPicPr>
          <p:cNvPr id="4" name="Picture 3" descr="A green and white text on a black background&#10;&#10;Description automatically generated">
            <a:extLst>
              <a:ext uri="{FF2B5EF4-FFF2-40B4-BE49-F238E27FC236}">
                <a16:creationId xmlns:a16="http://schemas.microsoft.com/office/drawing/2014/main" id="{FC373794-1D9F-ED72-66D9-DF0D58323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345" y="4427761"/>
            <a:ext cx="14995950" cy="620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1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>
            <a:spLocks noGrp="1"/>
          </p:cNvSpPr>
          <p:nvPr>
            <p:ph type="body" idx="1"/>
          </p:nvPr>
        </p:nvSpPr>
        <p:spPr>
          <a:xfrm>
            <a:off x="3838902" y="4321731"/>
            <a:ext cx="12121579" cy="4209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dk1"/>
              </a:buClr>
            </a:pPr>
            <a:r>
              <a:rPr lang="en-US" sz="8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Accelerating enterprise success with </a:t>
            </a:r>
            <a:r>
              <a:rPr lang="en-US" sz="8000" b="1">
                <a:solidFill>
                  <a:schemeClr val="dk1"/>
                </a:solidFill>
              </a:rPr>
              <a:t>AI and</a:t>
            </a:r>
            <a:br>
              <a:rPr lang="en-US" sz="8000" b="1">
                <a:solidFill>
                  <a:schemeClr val="dk1"/>
                </a:solidFill>
              </a:rPr>
            </a:br>
            <a:r>
              <a:rPr lang="en-US" sz="8000" b="1">
                <a:solidFill>
                  <a:schemeClr val="dk1"/>
                </a:solidFill>
              </a:rPr>
              <a:t>Cloud</a:t>
            </a:r>
            <a:r>
              <a:rPr lang="en-US" sz="8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Native</a:t>
            </a:r>
            <a:endParaRPr sz="8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>
            <a:spLocks noGrp="1"/>
          </p:cNvSpPr>
          <p:nvPr>
            <p:ph type="body" idx="2"/>
          </p:nvPr>
        </p:nvSpPr>
        <p:spPr>
          <a:xfrm>
            <a:off x="3838902" y="8531348"/>
            <a:ext cx="12121579" cy="151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lang="en-US" sz="4000">
                <a:solidFill>
                  <a:schemeClr val="dk1"/>
                </a:solidFill>
              </a:rPr>
              <a:t>making the promise of DevOps and AI impact a reality</a:t>
            </a: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43780" y="3070683"/>
            <a:ext cx="6563163" cy="698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>
            <a:spLocks noGrp="1"/>
          </p:cNvSpPr>
          <p:nvPr>
            <p:ph type="body" idx="2"/>
          </p:nvPr>
        </p:nvSpPr>
        <p:spPr>
          <a:xfrm>
            <a:off x="1987498" y="2154488"/>
            <a:ext cx="9379347" cy="75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44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kubectl apply -f ./expertise.yaml </a:t>
            </a:r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body" idx="1"/>
          </p:nvPr>
        </p:nvSpPr>
        <p:spPr>
          <a:xfrm>
            <a:off x="2220685" y="4670114"/>
            <a:ext cx="5910943" cy="6498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90000"/>
              </a:lnSpc>
              <a:buClr>
                <a:schemeClr val="dk1"/>
              </a:buClr>
              <a:buSzPts val="3000"/>
            </a:pPr>
            <a:r>
              <a:rPr lang="en-US" sz="6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Native </a:t>
            </a:r>
            <a:br>
              <a:rPr lang="en-US" sz="6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lang="en-US" sz="6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>
            <a:spLocks noGrp="1"/>
          </p:cNvSpPr>
          <p:nvPr>
            <p:ph type="body" idx="3"/>
          </p:nvPr>
        </p:nvSpPr>
        <p:spPr>
          <a:xfrm>
            <a:off x="9706888" y="4670114"/>
            <a:ext cx="5910943" cy="6498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Engineering</a:t>
            </a:r>
            <a:endParaRPr sz="6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4"/>
          </p:nvPr>
        </p:nvSpPr>
        <p:spPr>
          <a:xfrm>
            <a:off x="17153545" y="4670115"/>
            <a:ext cx="5771768" cy="561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90000"/>
              </a:lnSpc>
              <a:buClr>
                <a:schemeClr val="dk1"/>
              </a:buClr>
              <a:buSzPts val="3000"/>
            </a:pPr>
            <a:r>
              <a:rPr lang="en-US" sz="6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Engineering</a:t>
            </a:r>
            <a:endParaRPr lang="en-US" sz="6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93551" y="1853154"/>
            <a:ext cx="1906504" cy="37556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0663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>
            <a:spLocks noGrp="1"/>
          </p:cNvSpPr>
          <p:nvPr>
            <p:ph type="body" idx="3"/>
          </p:nvPr>
        </p:nvSpPr>
        <p:spPr>
          <a:xfrm>
            <a:off x="1986830" y="2154489"/>
            <a:ext cx="9155236" cy="62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kubectl apply -f ./clients.yaml </a:t>
            </a:r>
            <a:endParaRPr/>
          </a:p>
        </p:txBody>
      </p:sp>
      <p:pic>
        <p:nvPicPr>
          <p:cNvPr id="181" name="Google Shape;18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3145" y="3988566"/>
            <a:ext cx="3352582" cy="2425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 descr="Download Center für Medienschaffende | Logo | LichtBl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70512" y="6888595"/>
            <a:ext cx="5306756" cy="29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 descr="Logo and Group Headquarters | Deutsche Telekom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65787" y="7103180"/>
            <a:ext cx="2543586" cy="254275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 descr="Download Siemens Logo Vector SVG, EPS, PDF, Ai and PNG (2.11 KB) Free"/>
          <p:cNvSpPr/>
          <p:nvPr/>
        </p:nvSpPr>
        <p:spPr>
          <a:xfrm>
            <a:off x="12038022" y="6705610"/>
            <a:ext cx="2775087" cy="277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4" tIns="45697" rIns="91394" bIns="4569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945759" y="10584509"/>
            <a:ext cx="3347236" cy="1631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 descr="tb.lx by Daimler Truck | LinkedIn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96544" y="3984243"/>
            <a:ext cx="2084003" cy="223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What is Coverflex? – Coverflex Italy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95029" y="4516792"/>
            <a:ext cx="5057247" cy="1165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DataCamp Workspace Review: The Perfect IDE for Data Science?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53258" y="10039269"/>
            <a:ext cx="3936744" cy="2676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MBition (MBition GmbH)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6780535" y="10359245"/>
            <a:ext cx="2958650" cy="1861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8728784" y="2151597"/>
            <a:ext cx="3460387" cy="2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File:American Tower Corporation logo.svg - Wikimedia Commons">
            <a:extLst>
              <a:ext uri="{FF2B5EF4-FFF2-40B4-BE49-F238E27FC236}">
                <a16:creationId xmlns:a16="http://schemas.microsoft.com/office/drawing/2014/main" id="{1E68A3B2-9D61-7E81-DF97-C455BA500F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540224" y="7568258"/>
            <a:ext cx="3455222" cy="1613008"/>
          </a:xfrm>
          <a:prstGeom prst="rect">
            <a:avLst/>
          </a:prstGeom>
        </p:spPr>
      </p:pic>
      <p:pic>
        <p:nvPicPr>
          <p:cNvPr id="4" name="Graphic 3" descr="Case Study - Accelerating Time to Market">
            <a:extLst>
              <a:ext uri="{FF2B5EF4-FFF2-40B4-BE49-F238E27FC236}">
                <a16:creationId xmlns:a16="http://schemas.microsoft.com/office/drawing/2014/main" id="{0E79F548-85D9-AA2B-C709-F2247F1180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6435" y="7805735"/>
            <a:ext cx="4538621" cy="1147360"/>
          </a:xfrm>
          <a:prstGeom prst="rect">
            <a:avLst/>
          </a:prstGeom>
        </p:spPr>
      </p:pic>
      <p:pic>
        <p:nvPicPr>
          <p:cNvPr id="5" name="Picture 4" descr="BMW Logo Meaning and History [BMW symbol]">
            <a:extLst>
              <a:ext uri="{FF2B5EF4-FFF2-40B4-BE49-F238E27FC236}">
                <a16:creationId xmlns:a16="http://schemas.microsoft.com/office/drawing/2014/main" id="{057280DA-053D-12F1-51D0-28C34011BEF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8266" y="10580930"/>
            <a:ext cx="3533930" cy="19897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412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>
            <a:spLocks noGrp="1"/>
          </p:cNvSpPr>
          <p:nvPr>
            <p:ph type="body" idx="1"/>
          </p:nvPr>
        </p:nvSpPr>
        <p:spPr>
          <a:xfrm>
            <a:off x="1986830" y="2154489"/>
            <a:ext cx="9155236" cy="62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kubectl apply -f ./people.yaml </a:t>
            </a:r>
            <a:endParaRPr/>
          </a:p>
        </p:txBody>
      </p:sp>
      <p:pic>
        <p:nvPicPr>
          <p:cNvPr id="199" name="Google Shape;199;p22" descr="A person standing in front of a group of people&#10;&#10;Description automatically generate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6702" b="6703"/>
          <a:stretch/>
        </p:blipFill>
        <p:spPr>
          <a:xfrm>
            <a:off x="25505858" y="4297542"/>
            <a:ext cx="9496326" cy="616817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7288399" y="4567533"/>
            <a:ext cx="4929351" cy="156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5600"/>
          </a:p>
        </p:txBody>
      </p:sp>
      <p:sp>
        <p:nvSpPr>
          <p:cNvPr id="201" name="Google Shape;201;p22"/>
          <p:cNvSpPr txBox="1"/>
          <p:nvPr/>
        </p:nvSpPr>
        <p:spPr>
          <a:xfrm>
            <a:off x="1688555" y="4562918"/>
            <a:ext cx="4929353" cy="156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sz="5600"/>
          </a:p>
        </p:txBody>
      </p:sp>
      <p:sp>
        <p:nvSpPr>
          <p:cNvPr id="202" name="Google Shape;202;p22"/>
          <p:cNvSpPr txBox="1"/>
          <p:nvPr/>
        </p:nvSpPr>
        <p:spPr>
          <a:xfrm>
            <a:off x="1688555" y="8542781"/>
            <a:ext cx="4929353" cy="156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50</a:t>
            </a:r>
            <a:endParaRPr sz="5600"/>
          </a:p>
        </p:txBody>
      </p:sp>
      <p:sp>
        <p:nvSpPr>
          <p:cNvPr id="203" name="Google Shape;203;p22"/>
          <p:cNvSpPr txBox="1"/>
          <p:nvPr/>
        </p:nvSpPr>
        <p:spPr>
          <a:xfrm>
            <a:off x="7288398" y="6123525"/>
            <a:ext cx="4929353" cy="73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Locations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1662009" y="6123523"/>
            <a:ext cx="4929353" cy="73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1688553" y="10103388"/>
            <a:ext cx="4929353" cy="73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Teamlyzer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7288399" y="8542781"/>
            <a:ext cx="4902809" cy="156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9.1</a:t>
            </a:r>
            <a:endParaRPr sz="5600"/>
          </a:p>
        </p:txBody>
      </p:sp>
      <p:sp>
        <p:nvSpPr>
          <p:cNvPr id="207" name="Google Shape;207;p22"/>
          <p:cNvSpPr txBox="1"/>
          <p:nvPr/>
        </p:nvSpPr>
        <p:spPr>
          <a:xfrm>
            <a:off x="7288398" y="10103388"/>
            <a:ext cx="4929353" cy="73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38" tIns="91394" rIns="182838" bIns="91394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NPS</a:t>
            </a:r>
            <a:endParaRPr sz="5600"/>
          </a:p>
        </p:txBody>
      </p:sp>
      <p:pic>
        <p:nvPicPr>
          <p:cNvPr id="208" name="Google Shape;208;p22" descr="Uma imagem com vestuário, sapatos, homem, pesso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35946" y="4165487"/>
            <a:ext cx="10162938" cy="6824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19199619" y="1931848"/>
            <a:ext cx="2785757" cy="29991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7274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C756C940-7E32-811F-B5A0-886E30CF9C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53427" y="5546024"/>
            <a:ext cx="9682183" cy="5821200"/>
          </a:xfrm>
        </p:spPr>
        <p:txBody>
          <a:bodyPr lIns="91440" tIns="45720" rIns="91440" bIns="45720" anchor="t"/>
          <a:lstStyle/>
          <a:p>
            <a:r>
              <a:rPr lang="pt-PT" sz="4400" b="1" err="1">
                <a:latin typeface="The Future"/>
              </a:rPr>
              <a:t>synvert</a:t>
            </a:r>
            <a:r>
              <a:rPr lang="pt-PT" sz="4400" b="1">
                <a:latin typeface="The Future"/>
              </a:rPr>
              <a:t> </a:t>
            </a:r>
            <a:r>
              <a:rPr lang="pt-PT" sz="4400" b="1" err="1">
                <a:latin typeface="The Future"/>
              </a:rPr>
              <a:t>xgeeks</a:t>
            </a:r>
            <a:r>
              <a:rPr lang="pt-PT" sz="4400">
                <a:latin typeface="The Future"/>
              </a:rPr>
              <a:t>, </a:t>
            </a:r>
            <a:r>
              <a:rPr lang="pt-PT" sz="4400" err="1">
                <a:latin typeface="The Future"/>
              </a:rPr>
              <a:t>acts</a:t>
            </a:r>
            <a:r>
              <a:rPr lang="pt-PT" sz="4400">
                <a:latin typeface="The Future"/>
              </a:rPr>
              <a:t> as a </a:t>
            </a:r>
            <a:r>
              <a:rPr lang="pt-PT" sz="4400" err="1">
                <a:latin typeface="The Future"/>
              </a:rPr>
              <a:t>driving</a:t>
            </a:r>
            <a:r>
              <a:rPr lang="pt-PT" sz="4400">
                <a:latin typeface="The Future"/>
              </a:rPr>
              <a:t> force 💥 in </a:t>
            </a:r>
            <a:r>
              <a:rPr lang="pt-PT" sz="4400" err="1">
                <a:latin typeface="The Future"/>
              </a:rPr>
              <a:t>tech</a:t>
            </a:r>
            <a:r>
              <a:rPr lang="pt-PT" sz="4400">
                <a:latin typeface="The Future"/>
              </a:rPr>
              <a:t> </a:t>
            </a:r>
            <a:r>
              <a:rPr lang="pt-PT" sz="4400" err="1">
                <a:latin typeface="The Future"/>
              </a:rPr>
              <a:t>ecosystems</a:t>
            </a:r>
            <a:r>
              <a:rPr lang="pt-PT" sz="4400">
                <a:latin typeface="The Future"/>
              </a:rPr>
              <a:t>, </a:t>
            </a:r>
            <a:r>
              <a:rPr lang="pt-PT" sz="4400" err="1">
                <a:latin typeface="The Future"/>
              </a:rPr>
              <a:t>helping</a:t>
            </a:r>
            <a:r>
              <a:rPr lang="pt-PT" sz="4400">
                <a:latin typeface="The Future"/>
              </a:rPr>
              <a:t> to </a:t>
            </a:r>
            <a:r>
              <a:rPr lang="pt-PT" sz="4400" err="1">
                <a:latin typeface="The Future"/>
              </a:rPr>
              <a:t>grow</a:t>
            </a:r>
            <a:r>
              <a:rPr lang="pt-PT" sz="4400">
                <a:latin typeface="The Future"/>
              </a:rPr>
              <a:t> </a:t>
            </a:r>
            <a:r>
              <a:rPr lang="pt-PT" sz="4400" err="1">
                <a:latin typeface="The Future"/>
              </a:rPr>
              <a:t>and</a:t>
            </a:r>
            <a:r>
              <a:rPr lang="pt-PT" sz="4400">
                <a:latin typeface="The Future"/>
              </a:rPr>
              <a:t> </a:t>
            </a:r>
            <a:r>
              <a:rPr lang="pt-PT" sz="4400" err="1">
                <a:latin typeface="The Future"/>
              </a:rPr>
              <a:t>connect</a:t>
            </a:r>
            <a:r>
              <a:rPr lang="pt-PT" sz="4400">
                <a:latin typeface="The Future"/>
              </a:rPr>
              <a:t> </a:t>
            </a:r>
            <a:r>
              <a:rPr lang="pt-PT" sz="4400" err="1">
                <a:latin typeface="The Future"/>
              </a:rPr>
              <a:t>communities</a:t>
            </a:r>
            <a:r>
              <a:rPr lang="pt-PT" sz="4400">
                <a:latin typeface="The Future"/>
              </a:rPr>
              <a:t>.</a:t>
            </a:r>
            <a:endParaRPr lang="en-US" sz="4400">
              <a:latin typeface="The Future"/>
            </a:endParaRPr>
          </a:p>
          <a:p>
            <a:pPr algn="just"/>
            <a:endParaRPr lang="pt-PT" sz="4400">
              <a:latin typeface="The Future"/>
            </a:endParaRPr>
          </a:p>
          <a:p>
            <a:pPr algn="just"/>
            <a:r>
              <a:rPr lang="pt-PT" sz="4400" err="1">
                <a:latin typeface="The Future"/>
              </a:rPr>
              <a:t>Community-building</a:t>
            </a:r>
            <a:r>
              <a:rPr lang="pt-PT" sz="4400">
                <a:latin typeface="The Future"/>
              </a:rPr>
              <a:t> </a:t>
            </a:r>
            <a:r>
              <a:rPr lang="pt-PT" sz="4400" err="1">
                <a:latin typeface="The Future"/>
              </a:rPr>
              <a:t>is</a:t>
            </a:r>
            <a:r>
              <a:rPr lang="pt-PT" sz="4400">
                <a:latin typeface="The Future"/>
              </a:rPr>
              <a:t> </a:t>
            </a:r>
            <a:r>
              <a:rPr lang="pt-PT" sz="4400" err="1">
                <a:latin typeface="The Future"/>
              </a:rPr>
              <a:t>part</a:t>
            </a:r>
            <a:r>
              <a:rPr lang="pt-PT" sz="4400">
                <a:latin typeface="The Future"/>
              </a:rPr>
              <a:t> </a:t>
            </a:r>
            <a:r>
              <a:rPr lang="pt-PT" sz="4400" err="1">
                <a:latin typeface="The Future"/>
              </a:rPr>
              <a:t>of</a:t>
            </a:r>
            <a:r>
              <a:rPr lang="pt-PT" sz="4400">
                <a:latin typeface="The Future"/>
              </a:rPr>
              <a:t> </a:t>
            </a:r>
            <a:r>
              <a:rPr lang="pt-PT" sz="4400" err="1">
                <a:latin typeface="The Future"/>
              </a:rPr>
              <a:t>who</a:t>
            </a:r>
            <a:r>
              <a:rPr lang="pt-PT" sz="4400">
                <a:latin typeface="The Future"/>
              </a:rPr>
              <a:t> </a:t>
            </a:r>
            <a:r>
              <a:rPr lang="pt-PT" sz="4400" err="1">
                <a:latin typeface="The Future"/>
              </a:rPr>
              <a:t>we</a:t>
            </a:r>
            <a:r>
              <a:rPr lang="pt-PT" sz="4400">
                <a:latin typeface="The Future"/>
              </a:rPr>
              <a:t> are, </a:t>
            </a:r>
            <a:r>
              <a:rPr lang="pt-PT" sz="4400" err="1">
                <a:latin typeface="The Future"/>
              </a:rPr>
              <a:t>serving</a:t>
            </a:r>
            <a:r>
              <a:rPr lang="pt-PT" sz="4400">
                <a:latin typeface="The Future"/>
              </a:rPr>
              <a:t> as a </a:t>
            </a:r>
            <a:r>
              <a:rPr lang="pt-PT" sz="4400" err="1">
                <a:latin typeface="The Future"/>
              </a:rPr>
              <a:t>key</a:t>
            </a:r>
            <a:r>
              <a:rPr lang="pt-PT" sz="4400">
                <a:latin typeface="The Future"/>
              </a:rPr>
              <a:t> </a:t>
            </a:r>
            <a:r>
              <a:rPr lang="pt-PT" sz="4400" err="1">
                <a:latin typeface="The Future"/>
              </a:rPr>
              <a:t>pillar</a:t>
            </a:r>
            <a:r>
              <a:rPr lang="pt-PT" sz="4400">
                <a:latin typeface="The Future"/>
              </a:rPr>
              <a:t> for </a:t>
            </a:r>
            <a:r>
              <a:rPr lang="pt-PT" sz="4400" err="1">
                <a:latin typeface="The Future"/>
              </a:rPr>
              <a:t>our</a:t>
            </a:r>
            <a:r>
              <a:rPr lang="pt-PT" sz="4400">
                <a:latin typeface="The Future"/>
              </a:rPr>
              <a:t> </a:t>
            </a:r>
            <a:r>
              <a:rPr lang="pt-PT" sz="4400" b="1">
                <a:latin typeface="The Future"/>
              </a:rPr>
              <a:t>business</a:t>
            </a:r>
            <a:r>
              <a:rPr lang="pt-PT" sz="4400">
                <a:latin typeface="The Future"/>
              </a:rPr>
              <a:t>, </a:t>
            </a:r>
            <a:r>
              <a:rPr lang="pt-PT" sz="4400" b="1" err="1">
                <a:latin typeface="The Future"/>
              </a:rPr>
              <a:t>talent</a:t>
            </a:r>
            <a:r>
              <a:rPr lang="pt-PT" sz="4400" b="1">
                <a:latin typeface="The Future"/>
              </a:rPr>
              <a:t> </a:t>
            </a:r>
            <a:r>
              <a:rPr lang="pt-PT" sz="4400" b="1" err="1">
                <a:latin typeface="The Future"/>
              </a:rPr>
              <a:t>attraction</a:t>
            </a:r>
            <a:r>
              <a:rPr lang="pt-PT" sz="4400">
                <a:latin typeface="The Future"/>
              </a:rPr>
              <a:t>, </a:t>
            </a:r>
            <a:r>
              <a:rPr lang="pt-PT" sz="4400" err="1">
                <a:latin typeface="The Future"/>
              </a:rPr>
              <a:t>and</a:t>
            </a:r>
            <a:r>
              <a:rPr lang="pt-PT" sz="4400">
                <a:latin typeface="The Future"/>
              </a:rPr>
              <a:t> </a:t>
            </a:r>
            <a:r>
              <a:rPr lang="pt-PT" sz="4400" b="1" err="1">
                <a:latin typeface="The Future"/>
              </a:rPr>
              <a:t>brand</a:t>
            </a:r>
            <a:r>
              <a:rPr lang="pt-PT" sz="4400" b="1">
                <a:latin typeface="The Future"/>
              </a:rPr>
              <a:t> </a:t>
            </a:r>
            <a:r>
              <a:rPr lang="pt-PT" sz="4400" b="1" err="1">
                <a:latin typeface="The Future"/>
              </a:rPr>
              <a:t>promotion</a:t>
            </a:r>
            <a:r>
              <a:rPr lang="pt-PT" sz="4400">
                <a:latin typeface="The Future"/>
              </a:rPr>
              <a:t>. 💡</a:t>
            </a:r>
          </a:p>
          <a:p>
            <a:endParaRPr lang="pt-PT" sz="2400">
              <a:latin typeface="The Future"/>
            </a:endParaRP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5B31F92-C5CA-9C80-882D-1DA4E6F5C6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18240" y="2022757"/>
            <a:ext cx="9155236" cy="623853"/>
          </a:xfrm>
        </p:spPr>
        <p:txBody>
          <a:bodyPr lIns="91440" tIns="45720" rIns="91440" bIns="45720" anchor="t"/>
          <a:lstStyle/>
          <a:p>
            <a:r>
              <a:rPr lang="pt-PT" sz="4400">
                <a:latin typeface="Calibri"/>
                <a:ea typeface="Calibri"/>
                <a:cs typeface="Arial"/>
              </a:rPr>
              <a:t>$ </a:t>
            </a:r>
            <a:r>
              <a:rPr lang="pt-PT" sz="4400" err="1">
                <a:latin typeface="Calibri"/>
                <a:ea typeface="Calibri"/>
                <a:cs typeface="Arial"/>
              </a:rPr>
              <a:t>kubectl</a:t>
            </a:r>
            <a:r>
              <a:rPr lang="pt-PT" sz="4400">
                <a:latin typeface="Calibri"/>
                <a:ea typeface="Calibri"/>
                <a:cs typeface="Arial"/>
              </a:rPr>
              <a:t> </a:t>
            </a:r>
            <a:r>
              <a:rPr lang="pt-PT" sz="4400" err="1">
                <a:latin typeface="Calibri"/>
                <a:ea typeface="Calibri"/>
                <a:cs typeface="Arial"/>
              </a:rPr>
              <a:t>apply</a:t>
            </a:r>
            <a:r>
              <a:rPr lang="pt-PT" sz="4400">
                <a:latin typeface="Calibri"/>
                <a:ea typeface="Calibri"/>
                <a:cs typeface="Arial"/>
              </a:rPr>
              <a:t> -f ./</a:t>
            </a:r>
            <a:r>
              <a:rPr lang="pt-PT" sz="4400" err="1">
                <a:latin typeface="Calibri"/>
                <a:ea typeface="Calibri"/>
                <a:cs typeface="Arial"/>
              </a:rPr>
              <a:t>community.yaml</a:t>
            </a:r>
            <a:r>
              <a:rPr lang="pt-PT" sz="4400">
                <a:latin typeface="Calibri"/>
                <a:ea typeface="Calibri"/>
                <a:cs typeface="Arial"/>
              </a:rPr>
              <a:t> </a:t>
            </a:r>
            <a:endParaRPr lang="pt-PT" sz="4400">
              <a:latin typeface="Calibri"/>
              <a:ea typeface="Calibri"/>
              <a:cs typeface="Calibri"/>
            </a:endParaRPr>
          </a:p>
          <a:p>
            <a:endParaRPr lang="pt-PT" sz="5400">
              <a:latin typeface="The Future"/>
            </a:endParaRPr>
          </a:p>
        </p:txBody>
      </p:sp>
      <p:pic>
        <p:nvPicPr>
          <p:cNvPr id="21" name="Picture 20" descr="Uma imagem com Retângulo, captura de ecrã, quadrado, moldura&#10;&#10;Descrição gerada automaticamente">
            <a:extLst>
              <a:ext uri="{FF2B5EF4-FFF2-40B4-BE49-F238E27FC236}">
                <a16:creationId xmlns:a16="http://schemas.microsoft.com/office/drawing/2014/main" id="{3E9F020C-DB54-2C19-494A-72CF16181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259" y="2975174"/>
            <a:ext cx="4428596" cy="2486025"/>
          </a:xfrm>
          <a:prstGeom prst="rect">
            <a:avLst/>
          </a:prstGeom>
        </p:spPr>
      </p:pic>
      <p:pic>
        <p:nvPicPr>
          <p:cNvPr id="22" name="Picture 21" descr="Uma imagem com Retângulo, captura de ecrã, quadrado, moldura&#10;&#10;Descrição gerada automaticamente">
            <a:extLst>
              <a:ext uri="{FF2B5EF4-FFF2-40B4-BE49-F238E27FC236}">
                <a16:creationId xmlns:a16="http://schemas.microsoft.com/office/drawing/2014/main" id="{7AF9DF97-9518-0B82-718B-A1BF057CB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7174" y="8330361"/>
            <a:ext cx="4428596" cy="2486025"/>
          </a:xfrm>
          <a:prstGeom prst="rect">
            <a:avLst/>
          </a:prstGeom>
        </p:spPr>
      </p:pic>
      <p:pic>
        <p:nvPicPr>
          <p:cNvPr id="23" name="Picture 22" descr="Uma imagem com Retângulo, captura de ecrã, quadrado, moldura&#10;&#10;Descrição gerada automaticamente">
            <a:extLst>
              <a:ext uri="{FF2B5EF4-FFF2-40B4-BE49-F238E27FC236}">
                <a16:creationId xmlns:a16="http://schemas.microsoft.com/office/drawing/2014/main" id="{320F81E9-BD52-9D03-AD7D-6F5ACAA8D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4730" y="5641623"/>
            <a:ext cx="4428596" cy="2486025"/>
          </a:xfrm>
          <a:prstGeom prst="rect">
            <a:avLst/>
          </a:prstGeom>
        </p:spPr>
      </p:pic>
      <p:pic>
        <p:nvPicPr>
          <p:cNvPr id="19" name="Picture 18" descr="Uma imagem com Gráficos, escuridão, halloween&#10;&#10;Descrição gerada automaticamente">
            <a:extLst>
              <a:ext uri="{FF2B5EF4-FFF2-40B4-BE49-F238E27FC236}">
                <a16:creationId xmlns:a16="http://schemas.microsoft.com/office/drawing/2014/main" id="{AEADD0BA-BB0E-DC57-9F7D-C6BEC68AA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9015" y="5547482"/>
            <a:ext cx="5152409" cy="3000375"/>
          </a:xfrm>
          <a:prstGeom prst="rect">
            <a:avLst/>
          </a:prstGeom>
        </p:spPr>
      </p:pic>
      <p:pic>
        <p:nvPicPr>
          <p:cNvPr id="3" name="Picture 2" descr="A logo of a building&#10;&#10;Description automatically generated">
            <a:extLst>
              <a:ext uri="{FF2B5EF4-FFF2-40B4-BE49-F238E27FC236}">
                <a16:creationId xmlns:a16="http://schemas.microsoft.com/office/drawing/2014/main" id="{A031A69C-18CB-BC27-4284-56F1A0429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3441" y="3018664"/>
            <a:ext cx="3082939" cy="2294257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A logo of a building&#10;&#10;Description automatically generated">
            <a:extLst>
              <a:ext uri="{FF2B5EF4-FFF2-40B4-BE49-F238E27FC236}">
                <a16:creationId xmlns:a16="http://schemas.microsoft.com/office/drawing/2014/main" id="{A1716CB5-A0E7-FE93-5575-74EB3F99E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52963" y="8384298"/>
            <a:ext cx="3245584" cy="2368626"/>
          </a:xfrm>
          <a:prstGeom prst="rect">
            <a:avLst/>
          </a:prstGeom>
          <a:ln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65FCB8F-D05F-4F81-946D-18C0CD47A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86094" y="2967607"/>
            <a:ext cx="3744624" cy="2072054"/>
          </a:xfrm>
          <a:prstGeom prst="rect">
            <a:avLst/>
          </a:prstGeom>
        </p:spPr>
      </p:pic>
      <p:pic>
        <p:nvPicPr>
          <p:cNvPr id="7" name="Picture 20" descr="Uma imagem com Retângulo, captura de ecrã, quadrado, moldura&#10;&#10;Descrição gerada automaticamente">
            <a:extLst>
              <a:ext uri="{FF2B5EF4-FFF2-40B4-BE49-F238E27FC236}">
                <a16:creationId xmlns:a16="http://schemas.microsoft.com/office/drawing/2014/main" id="{2F0EA0A1-4B47-37C1-FBF9-DAE68F9B4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949" y="5602324"/>
            <a:ext cx="4428596" cy="2486025"/>
          </a:xfrm>
          <a:prstGeom prst="rect">
            <a:avLst/>
          </a:prstGeom>
        </p:spPr>
      </p:pic>
      <p:pic>
        <p:nvPicPr>
          <p:cNvPr id="11" name="Imagem 10" descr="Uma imagem com desenho, esboço, design gráfico, arte&#10;&#10;Os conteúdos gerados pela IA podem estar incorretos.">
            <a:extLst>
              <a:ext uri="{FF2B5EF4-FFF2-40B4-BE49-F238E27FC236}">
                <a16:creationId xmlns:a16="http://schemas.microsoft.com/office/drawing/2014/main" id="{D5F18D2B-82B3-AB20-209C-5162A5767F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6629" y="5676802"/>
            <a:ext cx="2390237" cy="2140612"/>
          </a:xfrm>
          <a:prstGeom prst="rect">
            <a:avLst/>
          </a:prstGeom>
        </p:spPr>
      </p:pic>
      <p:pic>
        <p:nvPicPr>
          <p:cNvPr id="12" name="Picture 21" descr="Uma imagem com Retângulo, captura de ecrã, quadrado, moldura&#10;&#10;Descrição gerada automaticamente">
            <a:extLst>
              <a:ext uri="{FF2B5EF4-FFF2-40B4-BE49-F238E27FC236}">
                <a16:creationId xmlns:a16="http://schemas.microsoft.com/office/drawing/2014/main" id="{51726A3B-DD58-EB84-3F04-3B59EAD9D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1396" y="8349384"/>
            <a:ext cx="4428596" cy="248602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FFE875F-D1A3-75C0-387E-FDEDAA0283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89558" y="8446469"/>
            <a:ext cx="1812464" cy="2282830"/>
          </a:xfrm>
          <a:prstGeom prst="rect">
            <a:avLst/>
          </a:prstGeom>
        </p:spPr>
      </p:pic>
      <p:pic>
        <p:nvPicPr>
          <p:cNvPr id="14" name="Imagem 13" descr="Uma imagem com texto, captura de ecrã, Tipo de letra, Gráficos&#10;&#10;Os conteúdos gerados por IA poderão estar incorretos.">
            <a:extLst>
              <a:ext uri="{FF2B5EF4-FFF2-40B4-BE49-F238E27FC236}">
                <a16:creationId xmlns:a16="http://schemas.microsoft.com/office/drawing/2014/main" id="{A95810DF-002D-AB51-7390-81D74C0371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30927" y="2977488"/>
            <a:ext cx="4437012" cy="251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87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454DC26-3A37-4661-37E4-5C0FEF9A62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pt-PT" sz="4800" err="1">
                <a:latin typeface="The Future"/>
              </a:rPr>
              <a:t>What</a:t>
            </a:r>
            <a:r>
              <a:rPr lang="pt-PT" sz="4800">
                <a:latin typeface="The Future"/>
              </a:rPr>
              <a:t> </a:t>
            </a:r>
            <a:r>
              <a:rPr lang="pt-PT" sz="4800" err="1">
                <a:latin typeface="The Future"/>
              </a:rPr>
              <a:t>About</a:t>
            </a:r>
            <a:r>
              <a:rPr lang="pt-PT" sz="4800">
                <a:latin typeface="The Future"/>
              </a:rPr>
              <a:t> Viseu </a:t>
            </a:r>
            <a:r>
              <a:rPr lang="pt-PT" sz="4800" err="1">
                <a:latin typeface="The Future"/>
              </a:rPr>
              <a:t>Tech</a:t>
            </a:r>
            <a:r>
              <a:rPr lang="pt-PT" sz="4800">
                <a:latin typeface="The Future"/>
              </a:rPr>
              <a:t> </a:t>
            </a:r>
            <a:r>
              <a:rPr lang="pt-PT" sz="4800" err="1">
                <a:latin typeface="The Future"/>
              </a:rPr>
              <a:t>Talks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E994622-5CC7-C2BA-4F82-BA0FC0BFB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5232" y="4334037"/>
            <a:ext cx="8514825" cy="6351221"/>
          </a:xfrm>
        </p:spPr>
        <p:txBody>
          <a:bodyPr lIns="91440" tIns="45720" rIns="91440" bIns="45720" anchor="ctr"/>
          <a:lstStyle/>
          <a:p>
            <a:pPr marL="685800" indent="-685800">
              <a:buChar char="•"/>
            </a:pPr>
            <a:r>
              <a:rPr lang="pt-PT" sz="4400" b="1" dirty="0">
                <a:latin typeface="The Future"/>
              </a:rPr>
              <a:t>420 </a:t>
            </a:r>
            <a:r>
              <a:rPr lang="pt-PT" sz="4400" b="1" dirty="0" err="1">
                <a:latin typeface="The Future"/>
              </a:rPr>
              <a:t>members</a:t>
            </a:r>
            <a:r>
              <a:rPr lang="pt-PT" sz="4400" dirty="0">
                <a:latin typeface="The Future"/>
              </a:rPr>
              <a:t> </a:t>
            </a:r>
            <a:r>
              <a:rPr lang="pt-PT" sz="4400" dirty="0" err="1">
                <a:latin typeface="The Future"/>
              </a:rPr>
              <a:t>on</a:t>
            </a:r>
            <a:r>
              <a:rPr lang="pt-PT" sz="4400" dirty="0">
                <a:latin typeface="The Future"/>
              </a:rPr>
              <a:t> </a:t>
            </a:r>
            <a:r>
              <a:rPr lang="pt-PT" sz="4400" dirty="0" err="1">
                <a:latin typeface="The Future"/>
              </a:rPr>
              <a:t>Meetup</a:t>
            </a:r>
            <a:r>
              <a:rPr lang="pt-PT" sz="4400" dirty="0">
                <a:latin typeface="The Future"/>
              </a:rPr>
              <a:t> 👥</a:t>
            </a:r>
            <a:endParaRPr lang="en-US" sz="4400" dirty="0"/>
          </a:p>
          <a:p>
            <a:pPr marL="685800" indent="-685800">
              <a:buChar char="•"/>
            </a:pPr>
            <a:r>
              <a:rPr lang="pt-PT" sz="4400" b="1" dirty="0">
                <a:latin typeface="The Future"/>
              </a:rPr>
              <a:t>40+ </a:t>
            </a:r>
            <a:r>
              <a:rPr lang="pt-PT" sz="4400" b="1" dirty="0" err="1">
                <a:latin typeface="The Future"/>
              </a:rPr>
              <a:t>members</a:t>
            </a:r>
            <a:r>
              <a:rPr lang="pt-PT" sz="4400" dirty="0">
                <a:latin typeface="The Future"/>
              </a:rPr>
              <a:t> </a:t>
            </a:r>
            <a:r>
              <a:rPr lang="pt-PT" sz="4400" dirty="0" err="1">
                <a:latin typeface="The Future"/>
              </a:rPr>
              <a:t>on</a:t>
            </a:r>
            <a:r>
              <a:rPr lang="pt-PT" sz="4400" dirty="0">
                <a:latin typeface="The Future"/>
              </a:rPr>
              <a:t> </a:t>
            </a:r>
            <a:r>
              <a:rPr lang="pt-PT" sz="4400" dirty="0" err="1">
                <a:latin typeface="The Future"/>
              </a:rPr>
              <a:t>Slack</a:t>
            </a:r>
            <a:r>
              <a:rPr lang="pt-PT" sz="4400" dirty="0">
                <a:latin typeface="The Future"/>
              </a:rPr>
              <a:t> 💻</a:t>
            </a:r>
            <a:endParaRPr lang="pt-PT" sz="4400" dirty="0"/>
          </a:p>
          <a:p>
            <a:pPr marL="685800" indent="-685800">
              <a:buChar char="•"/>
            </a:pPr>
            <a:r>
              <a:rPr lang="pt-PT" sz="4400" b="1" dirty="0">
                <a:latin typeface="The Future"/>
              </a:rPr>
              <a:t>9 </a:t>
            </a:r>
            <a:r>
              <a:rPr lang="pt-PT" sz="4400" b="1" dirty="0" err="1">
                <a:latin typeface="The Future"/>
              </a:rPr>
              <a:t>meetups</a:t>
            </a:r>
            <a:r>
              <a:rPr lang="pt-PT" sz="4400" dirty="0">
                <a:latin typeface="The Future"/>
              </a:rPr>
              <a:t> </a:t>
            </a:r>
            <a:r>
              <a:rPr lang="pt-PT" sz="4400" dirty="0" err="1">
                <a:latin typeface="The Future"/>
              </a:rPr>
              <a:t>so</a:t>
            </a:r>
            <a:r>
              <a:rPr lang="pt-PT" sz="4400" dirty="0">
                <a:latin typeface="The Future"/>
              </a:rPr>
              <a:t> </a:t>
            </a:r>
            <a:r>
              <a:rPr lang="pt-PT" sz="4400" dirty="0" err="1">
                <a:latin typeface="The Future"/>
              </a:rPr>
              <a:t>far</a:t>
            </a:r>
            <a:r>
              <a:rPr lang="pt-PT" sz="4400" dirty="0">
                <a:latin typeface="The Future"/>
              </a:rPr>
              <a:t> 📆</a:t>
            </a:r>
          </a:p>
          <a:p>
            <a:pPr marL="685800" indent="-685800">
              <a:buChar char="•"/>
            </a:pPr>
            <a:r>
              <a:rPr lang="pt-PT" sz="4400" b="1" dirty="0">
                <a:latin typeface="The Future"/>
              </a:rPr>
              <a:t>1 </a:t>
            </a:r>
            <a:r>
              <a:rPr lang="pt-PT" sz="4400" b="1" dirty="0" err="1">
                <a:latin typeface="The Future"/>
              </a:rPr>
              <a:t>meetup</a:t>
            </a:r>
            <a:r>
              <a:rPr lang="pt-PT" sz="4400" dirty="0">
                <a:latin typeface="The Future"/>
              </a:rPr>
              <a:t> per </a:t>
            </a:r>
            <a:r>
              <a:rPr lang="pt-PT" sz="4400" dirty="0" err="1">
                <a:latin typeface="The Future"/>
              </a:rPr>
              <a:t>Quarter</a:t>
            </a:r>
            <a:endParaRPr lang="pt-PT" sz="3600" dirty="0">
              <a:latin typeface="The Future"/>
            </a:endParaRPr>
          </a:p>
          <a:p>
            <a:pPr marL="685800" indent="-685800">
              <a:buChar char="•"/>
            </a:pPr>
            <a:r>
              <a:rPr lang="pt-PT" sz="4400" b="1" dirty="0">
                <a:latin typeface="The Future"/>
              </a:rPr>
              <a:t>300+ </a:t>
            </a:r>
            <a:r>
              <a:rPr lang="pt-PT" sz="4400" b="1" dirty="0" err="1">
                <a:latin typeface="The Future"/>
              </a:rPr>
              <a:t>attendees</a:t>
            </a:r>
            <a:r>
              <a:rPr lang="pt-PT" sz="4400" dirty="0">
                <a:latin typeface="The Future"/>
              </a:rPr>
              <a:t> (</a:t>
            </a:r>
            <a:r>
              <a:rPr lang="pt-PT" sz="4400" dirty="0" err="1">
                <a:latin typeface="The Future"/>
              </a:rPr>
              <a:t>Average</a:t>
            </a:r>
            <a:r>
              <a:rPr lang="pt-PT" sz="4400" dirty="0">
                <a:latin typeface="The Future"/>
              </a:rPr>
              <a:t> </a:t>
            </a:r>
            <a:r>
              <a:rPr lang="pt-PT" sz="4400" dirty="0" err="1">
                <a:latin typeface="The Future"/>
              </a:rPr>
              <a:t>of</a:t>
            </a:r>
            <a:r>
              <a:rPr lang="pt-PT" sz="4400" dirty="0">
                <a:latin typeface="The Future"/>
              </a:rPr>
              <a:t> 45 per </a:t>
            </a:r>
            <a:r>
              <a:rPr lang="pt-PT" sz="4400" dirty="0" err="1">
                <a:latin typeface="The Future"/>
              </a:rPr>
              <a:t>meetup</a:t>
            </a:r>
            <a:r>
              <a:rPr lang="pt-PT" sz="4400" dirty="0">
                <a:latin typeface="The Future"/>
              </a:rPr>
              <a:t>) 🎟️</a:t>
            </a:r>
            <a:endParaRPr lang="pt-PT" sz="3600" dirty="0"/>
          </a:p>
        </p:txBody>
      </p:sp>
      <p:pic>
        <p:nvPicPr>
          <p:cNvPr id="5" name="Picture 4" descr="A screenshot of a website&#10;&#10;Description automatically generated">
            <a:extLst>
              <a:ext uri="{FF2B5EF4-FFF2-40B4-BE49-F238E27FC236}">
                <a16:creationId xmlns:a16="http://schemas.microsoft.com/office/drawing/2014/main" id="{CF6F4B33-D3FC-386A-4C64-A345A2E4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90" y="3984052"/>
            <a:ext cx="9464695" cy="75923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7583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87209E9-B3A3-CF1D-2D5B-5D3121216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17121" y="1227799"/>
            <a:ext cx="9155236" cy="623853"/>
          </a:xfrm>
        </p:spPr>
        <p:txBody>
          <a:bodyPr lIns="91440" tIns="45720" rIns="91440" bIns="45720" anchor="t"/>
          <a:lstStyle/>
          <a:p>
            <a:r>
              <a:rPr lang="pt-PT" sz="5400" err="1">
                <a:latin typeface="The Future"/>
              </a:rPr>
              <a:t>Other</a:t>
            </a:r>
            <a:r>
              <a:rPr lang="pt-PT" sz="5400">
                <a:latin typeface="The Future"/>
              </a:rPr>
              <a:t> </a:t>
            </a:r>
            <a:r>
              <a:rPr lang="pt-PT" sz="5400" err="1">
                <a:latin typeface="The Future"/>
              </a:rPr>
              <a:t>Community</a:t>
            </a:r>
            <a:r>
              <a:rPr lang="pt-PT" sz="5400">
                <a:latin typeface="The Future"/>
              </a:rPr>
              <a:t> </a:t>
            </a:r>
            <a:r>
              <a:rPr lang="pt-PT" sz="5400" err="1">
                <a:latin typeface="The Future"/>
              </a:rPr>
              <a:t>Activities</a:t>
            </a:r>
            <a:r>
              <a:rPr lang="pt-PT" sz="5400">
                <a:latin typeface="The Future"/>
              </a:rPr>
              <a:t> </a:t>
            </a:r>
            <a:endParaRPr lang="pt-PT" sz="5400"/>
          </a:p>
        </p:txBody>
      </p:sp>
      <p:pic>
        <p:nvPicPr>
          <p:cNvPr id="13" name="Picture 12" descr="A green and white logo&#10;&#10;Description automatically generated">
            <a:extLst>
              <a:ext uri="{FF2B5EF4-FFF2-40B4-BE49-F238E27FC236}">
                <a16:creationId xmlns:a16="http://schemas.microsoft.com/office/drawing/2014/main" id="{A0D6002A-111F-D7D1-4C2E-825F7B6AC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50" y="3097776"/>
            <a:ext cx="6793570" cy="7676536"/>
          </a:xfrm>
          <a:prstGeom prst="rect">
            <a:avLst/>
          </a:prstGeom>
        </p:spPr>
      </p:pic>
      <p:pic>
        <p:nvPicPr>
          <p:cNvPr id="14" name="Picture 13" descr="A screen shot of a phone&#10;&#10;Description automatically generated">
            <a:extLst>
              <a:ext uri="{FF2B5EF4-FFF2-40B4-BE49-F238E27FC236}">
                <a16:creationId xmlns:a16="http://schemas.microsoft.com/office/drawing/2014/main" id="{B2E9337E-A8B7-52B9-3714-036D52056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49" y="3094704"/>
            <a:ext cx="6793570" cy="767653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B8827A50-1523-35DF-D3CD-7BF0CEAAD59C}"/>
              </a:ext>
            </a:extLst>
          </p:cNvPr>
          <p:cNvSpPr/>
          <p:nvPr/>
        </p:nvSpPr>
        <p:spPr>
          <a:xfrm>
            <a:off x="2539521" y="4548391"/>
            <a:ext cx="4769273" cy="5204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2" name="Imagem 1" descr="Uma imagem com texto, design, Tipo de letra, branco&#10;&#10;Os conteúdos gerados pela IA podem estar incorretos.">
            <a:extLst>
              <a:ext uri="{FF2B5EF4-FFF2-40B4-BE49-F238E27FC236}">
                <a16:creationId xmlns:a16="http://schemas.microsoft.com/office/drawing/2014/main" id="{597B7795-577C-9E7A-2734-BD7311408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598" y="3702479"/>
            <a:ext cx="5507751" cy="36413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3471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1EA8306-B8CB-6D6F-34C3-F1D6AB0539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8532" y="2296864"/>
            <a:ext cx="10008995" cy="2829249"/>
          </a:xfrm>
        </p:spPr>
        <p:txBody>
          <a:bodyPr lIns="91440" tIns="45720" rIns="91440" bIns="45720" anchor="t"/>
          <a:lstStyle/>
          <a:p>
            <a:r>
              <a:rPr lang="pt-PT" sz="6600" err="1">
                <a:latin typeface="The Future"/>
              </a:rPr>
              <a:t>Being</a:t>
            </a:r>
            <a:r>
              <a:rPr lang="pt-PT" sz="6600">
                <a:latin typeface="The Future"/>
              </a:rPr>
              <a:t> community-driven </a:t>
            </a:r>
            <a:r>
              <a:rPr lang="pt-PT" sz="6600" err="1">
                <a:latin typeface="The Future"/>
              </a:rPr>
              <a:t>is</a:t>
            </a:r>
            <a:r>
              <a:rPr lang="pt-PT" sz="6600">
                <a:latin typeface="The Future"/>
              </a:rPr>
              <a:t> </a:t>
            </a:r>
            <a:r>
              <a:rPr lang="pt-PT" sz="6600" err="1">
                <a:latin typeface="The Future"/>
              </a:rPr>
              <a:t>part</a:t>
            </a:r>
            <a:r>
              <a:rPr lang="pt-PT" sz="6600">
                <a:latin typeface="The Future"/>
              </a:rPr>
              <a:t> </a:t>
            </a:r>
            <a:r>
              <a:rPr lang="pt-PT" sz="6600" err="1">
                <a:latin typeface="The Future"/>
              </a:rPr>
              <a:t>of</a:t>
            </a:r>
            <a:r>
              <a:rPr lang="pt-PT" sz="6600">
                <a:latin typeface="The Future"/>
              </a:rPr>
              <a:t> </a:t>
            </a:r>
            <a:r>
              <a:rPr lang="pt-PT" sz="6600" err="1">
                <a:latin typeface="The Future"/>
              </a:rPr>
              <a:t>our</a:t>
            </a:r>
            <a:r>
              <a:rPr lang="pt-PT" sz="6600">
                <a:latin typeface="The Future"/>
              </a:rPr>
              <a:t> DNA</a:t>
            </a:r>
            <a:endParaRPr lang="pt-PT" sz="66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AA8C48-6C71-2DD3-3F08-3B24B8080977}"/>
              </a:ext>
            </a:extLst>
          </p:cNvPr>
          <p:cNvGrpSpPr/>
          <p:nvPr/>
        </p:nvGrpSpPr>
        <p:grpSpPr>
          <a:xfrm>
            <a:off x="1767982" y="5409374"/>
            <a:ext cx="4334300" cy="4449561"/>
            <a:chOff x="1422230" y="5215801"/>
            <a:chExt cx="4334300" cy="4449561"/>
          </a:xfrm>
        </p:grpSpPr>
        <p:pic>
          <p:nvPicPr>
            <p:cNvPr id="25" name="Imagem 38" descr="Uma imagem com Retângulo, captura de ecrã, quadrado, moldura&#10;&#10;Descrição gerada automaticamente">
              <a:extLst>
                <a:ext uri="{FF2B5EF4-FFF2-40B4-BE49-F238E27FC236}">
                  <a16:creationId xmlns:a16="http://schemas.microsoft.com/office/drawing/2014/main" id="{59E18959-E042-DBE6-9727-F3C2A48F0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2230" y="5215801"/>
              <a:ext cx="4334300" cy="4449561"/>
            </a:xfrm>
            <a:prstGeom prst="rect">
              <a:avLst/>
            </a:prstGeom>
          </p:spPr>
        </p:pic>
        <p:pic>
          <p:nvPicPr>
            <p:cNvPr id="31" name="Picture 30" descr="Qr code&#10;&#10;Description automatically generated">
              <a:extLst>
                <a:ext uri="{FF2B5EF4-FFF2-40B4-BE49-F238E27FC236}">
                  <a16:creationId xmlns:a16="http://schemas.microsoft.com/office/drawing/2014/main" id="{D1DC0595-01E2-FBFB-6E22-58A8C51F1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1218" y="5382319"/>
              <a:ext cx="3811795" cy="4078751"/>
            </a:xfrm>
            <a:prstGeom prst="rect">
              <a:avLst/>
            </a:prstGeom>
          </p:spPr>
        </p:pic>
      </p:grpSp>
      <p:sp>
        <p:nvSpPr>
          <p:cNvPr id="34" name="TextBox 24">
            <a:extLst>
              <a:ext uri="{FF2B5EF4-FFF2-40B4-BE49-F238E27FC236}">
                <a16:creationId xmlns:a16="http://schemas.microsoft.com/office/drawing/2014/main" id="{092B9DED-A319-FA64-AF46-027A5E70208F}"/>
              </a:ext>
            </a:extLst>
          </p:cNvPr>
          <p:cNvSpPr txBox="1"/>
          <p:nvPr/>
        </p:nvSpPr>
        <p:spPr>
          <a:xfrm>
            <a:off x="8204518" y="12313191"/>
            <a:ext cx="144529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err="1">
                <a:latin typeface="Montserrat"/>
                <a:ea typeface="Cambria"/>
                <a:cs typeface="Calibri"/>
              </a:rPr>
              <a:t>xgeeksio</a:t>
            </a:r>
            <a:endParaRPr lang="en-US" sz="2000">
              <a:latin typeface="Montserrat"/>
              <a:ea typeface="Cambria"/>
              <a:cs typeface="Calibri"/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F5740D76-CE63-E9CE-FF98-C7F82C574904}"/>
              </a:ext>
            </a:extLst>
          </p:cNvPr>
          <p:cNvSpPr txBox="1"/>
          <p:nvPr/>
        </p:nvSpPr>
        <p:spPr>
          <a:xfrm>
            <a:off x="7545172" y="7878864"/>
            <a:ext cx="580854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The Future"/>
                <a:ea typeface="Cambria"/>
                <a:cs typeface="Calibri"/>
              </a:rPr>
              <a:t>Slack channels</a:t>
            </a:r>
          </a:p>
        </p:txBody>
      </p:sp>
      <p:pic>
        <p:nvPicPr>
          <p:cNvPr id="20" name="Picture 19" descr="Slack black logo - Social media &amp; Logos Icons">
            <a:extLst>
              <a:ext uri="{FF2B5EF4-FFF2-40B4-BE49-F238E27FC236}">
                <a16:creationId xmlns:a16="http://schemas.microsoft.com/office/drawing/2014/main" id="{5B701E4D-0191-97B4-6EBB-145797ED8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857" y="7767140"/>
            <a:ext cx="648831" cy="637847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3A28EB89-0283-DF29-8D91-369ABFC4BC1B}"/>
              </a:ext>
            </a:extLst>
          </p:cNvPr>
          <p:cNvSpPr txBox="1"/>
          <p:nvPr/>
        </p:nvSpPr>
        <p:spPr>
          <a:xfrm>
            <a:off x="7549031" y="9186763"/>
            <a:ext cx="580854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The Future"/>
                <a:ea typeface="Cambria"/>
                <a:cs typeface="Calibri"/>
              </a:rPr>
              <a:t>Meetup Groups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1DD6DF-1F44-411B-6AD7-3AFD16F32523}"/>
              </a:ext>
            </a:extLst>
          </p:cNvPr>
          <p:cNvSpPr txBox="1"/>
          <p:nvPr/>
        </p:nvSpPr>
        <p:spPr>
          <a:xfrm>
            <a:off x="7283238" y="6641319"/>
            <a:ext cx="580854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The Future"/>
                <a:ea typeface="Cambria"/>
                <a:cs typeface="Calibri"/>
              </a:rPr>
              <a:t>Call for Collaboration </a:t>
            </a:r>
          </a:p>
        </p:txBody>
      </p:sp>
      <p:pic>
        <p:nvPicPr>
          <p:cNvPr id="23" name="Picture 22" descr="Meetup - Free social media icons">
            <a:extLst>
              <a:ext uri="{FF2B5EF4-FFF2-40B4-BE49-F238E27FC236}">
                <a16:creationId xmlns:a16="http://schemas.microsoft.com/office/drawing/2014/main" id="{6E9B9B52-9EE0-EE4F-4A42-3F4E7569A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68" y="9121601"/>
            <a:ext cx="628706" cy="65234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84AEA0D-B327-8D59-3617-35CAE407A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9302" y="6502086"/>
            <a:ext cx="623951" cy="65992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85C86C-9D13-FADA-0957-6E56B257FA8B}"/>
              </a:ext>
            </a:extLst>
          </p:cNvPr>
          <p:cNvSpPr/>
          <p:nvPr/>
        </p:nvSpPr>
        <p:spPr>
          <a:xfrm>
            <a:off x="7679614" y="12239809"/>
            <a:ext cx="1863243" cy="519026"/>
          </a:xfrm>
          <a:prstGeom prst="roundRect">
            <a:avLst/>
          </a:prstGeom>
          <a:noFill/>
          <a:ln w="12700">
            <a:solidFill>
              <a:schemeClr val="accent5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File:X logo 2023 original.svg - Wikimedia Commons">
            <a:extLst>
              <a:ext uri="{FF2B5EF4-FFF2-40B4-BE49-F238E27FC236}">
                <a16:creationId xmlns:a16="http://schemas.microsoft.com/office/drawing/2014/main" id="{AF1D7EBA-8C72-E3E8-C901-F92854239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60817" y="12373750"/>
            <a:ext cx="212951" cy="26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0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ynvert xgeeks">
      <a:dk1>
        <a:srgbClr val="002E33"/>
      </a:dk1>
      <a:lt1>
        <a:srgbClr val="FFFFFF"/>
      </a:lt1>
      <a:dk2>
        <a:srgbClr val="00EBB6"/>
      </a:dk2>
      <a:lt2>
        <a:srgbClr val="FFFFFF"/>
      </a:lt2>
      <a:accent1>
        <a:srgbClr val="00EBB6"/>
      </a:accent1>
      <a:accent2>
        <a:srgbClr val="FF966E"/>
      </a:accent2>
      <a:accent3>
        <a:srgbClr val="A6B2A6"/>
      </a:accent3>
      <a:accent4>
        <a:srgbClr val="F5FFF2"/>
      </a:accent4>
      <a:accent5>
        <a:srgbClr val="E5EAEB"/>
      </a:accent5>
      <a:accent6>
        <a:srgbClr val="002E33"/>
      </a:accent6>
      <a:hlink>
        <a:srgbClr val="FF966E"/>
      </a:hlink>
      <a:folHlink>
        <a:srgbClr val="00EBB6"/>
      </a:folHlink>
    </a:clrScheme>
    <a:fontScheme name="Test">
      <a:majorFont>
        <a:latin typeface="Montserrat Bold"/>
        <a:ea typeface=""/>
        <a:cs typeface=""/>
      </a:majorFont>
      <a:minorFont>
        <a:latin typeface="Montserrat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5151E5"/>
            </a:gs>
            <a:gs pos="0">
              <a:srgbClr val="43CBFF"/>
            </a:gs>
          </a:gsLst>
          <a:lin ang="10800000" scaled="0"/>
          <a:tileRect/>
        </a:gra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3c0ac89-9c90-4adc-b965-52b2ac1da334" xsi:nil="true"/>
    <lcf76f155ced4ddcb4097134ff3c332f xmlns="cc93fc7c-463d-488e-84a0-9f2e003b99cd">
      <Terms xmlns="http://schemas.microsoft.com/office/infopath/2007/PartnerControls"/>
    </lcf76f155ced4ddcb4097134ff3c332f>
    <MigrationWizIdVersion xmlns="cc93fc7c-463d-488e-84a0-9f2e003b99cd" xsi:nil="true"/>
    <MigrationWizId xmlns="cc93fc7c-463d-488e-84a0-9f2e003b99cd" xsi:nil="true"/>
    <MigrationWizIdPermissions xmlns="cc93fc7c-463d-488e-84a0-9f2e003b99cd" xsi:nil="true"/>
    <lcf76f155ced4ddcb4097134ff3c332f0 xmlns="cc93fc7c-463d-488e-84a0-9f2e003b99cd" xsi:nil="true"/>
    <lcf76f155ced4ddcb4097134ff3c332f1 xmlns="cc93fc7c-463d-488e-84a0-9f2e003b99c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81CFB2219C16B4F8541D38CF62FD911" ma:contentTypeVersion="21" ma:contentTypeDescription="Ein neues Dokument erstellen." ma:contentTypeScope="" ma:versionID="dc9c6e8375dd4023c41ba3c6caa9093f">
  <xsd:schema xmlns:xsd="http://www.w3.org/2001/XMLSchema" xmlns:xs="http://www.w3.org/2001/XMLSchema" xmlns:p="http://schemas.microsoft.com/office/2006/metadata/properties" xmlns:ns2="cc93fc7c-463d-488e-84a0-9f2e003b99cd" xmlns:ns3="83c0ac89-9c90-4adc-b965-52b2ac1da334" targetNamespace="http://schemas.microsoft.com/office/2006/metadata/properties" ma:root="true" ma:fieldsID="d4ebb77b2ba97c8c144b6792ffc2594a" ns2:_="" ns3:_="">
    <xsd:import namespace="cc93fc7c-463d-488e-84a0-9f2e003b99cd"/>
    <xsd:import namespace="83c0ac89-9c90-4adc-b965-52b2ac1da334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lcf76f155ced4ddcb4097134ff3c332f0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1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93fc7c-463d-488e-84a0-9f2e003b99cd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lcf76f155ced4ddcb4097134ff3c332f0" ma:index="11" nillable="true" ma:displayName="Image Tags_0" ma:hidden="true" ma:internalName="lcf76f155ced4ddcb4097134ff3c332f0" ma:readOnly="false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1" ma:index="16" nillable="true" ma:displayName="Image Tags_0" ma:hidden="true" ma:internalName="lcf76f155ced4ddcb4097134ff3c332f1" ma:readOnly="fals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3cb15886-099e-4faa-b754-5ab24d7d7f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c0ac89-9c90-4adc-b965-52b2ac1da334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c50f6d19-1815-4159-be84-8278a88e7cf1}" ma:internalName="TaxCatchAll" ma:showField="CatchAllData" ma:web="83c0ac89-9c90-4adc-b965-52b2ac1da3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DCE6BA-9372-42F5-80FE-45A710055F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97471B-3E33-482B-949D-75C4F2CA6C39}">
  <ds:schemaRefs>
    <ds:schemaRef ds:uri="83c0ac89-9c90-4adc-b965-52b2ac1da334"/>
    <ds:schemaRef ds:uri="c6a743a1-037d-404e-b5e1-548c617d9ba9"/>
    <ds:schemaRef ds:uri="cc93fc7c-463d-488e-84a0-9f2e003b99cd"/>
    <ds:schemaRef ds:uri="dee5907f-ee5e-4adc-a898-4a029998b3b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70F6AE4-F661-4847-A3C0-BDCC325946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93fc7c-463d-488e-84a0-9f2e003b99cd"/>
    <ds:schemaRef ds:uri="83c0ac89-9c90-4adc-b965-52b2ac1da3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10</Slides>
  <Notes>4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WE'RE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Dylis Ho Yi Lee</dc:creator>
  <cp:revision>112</cp:revision>
  <cp:lastPrinted>2022-03-30T19:44:28Z</cp:lastPrinted>
  <dcterms:created xsi:type="dcterms:W3CDTF">2022-03-11T14:21:06Z</dcterms:created>
  <dcterms:modified xsi:type="dcterms:W3CDTF">2026-09-15T15:03:55Z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0x010100881CFB2219C16B4F8541D38CF62FD911</vt:lpwstr>
  </property>
  <property fmtid="{D5CDD505-2E9C-101B-9397-08002B2CF9AE}" pid="3" name="MediaServiceImageTags">
    <vt:lpwstr/>
  </property>
  <property fmtid="{D5CDD505-2E9C-101B-9397-08002B2CF9AE}" pid="4" name="KIQS_MM_Processes_2">
    <vt:lpwstr>97;#S3.7: Marketing ＆ Design|750e3012-d525-479a-9cf3-b96b542483f8;#90;#S1.5: Marketing ＆ Design|f58027e6-069e-4ce9-9898-8f628a427e6f</vt:lpwstr>
  </property>
  <property fmtid="{D5CDD505-2E9C-101B-9397-08002B2CF9AE}" pid="5" name="KIQS_MM_Processes">
    <vt:lpwstr>90;#S1.5: Marketing ＆ Design|f58027e6-069e-4ce9-9898-8f628a427e6f</vt:lpwstr>
  </property>
  <property fmtid="{D5CDD505-2E9C-101B-9397-08002B2CF9AE}" pid="6" name="KIQS_MM_ISO9001Reference">
    <vt:lpwstr/>
  </property>
  <property fmtid="{D5CDD505-2E9C-101B-9397-08002B2CF9AE}" pid="7" name="Customer">
    <vt:lpwstr/>
  </property>
  <property fmtid="{D5CDD505-2E9C-101B-9397-08002B2CF9AE}" pid="8" name="KIQS_MM_Locations">
    <vt:lpwstr/>
  </property>
  <property fmtid="{D5CDD505-2E9C-101B-9397-08002B2CF9AE}" pid="9" name="_dlc_DocIdItemGuid">
    <vt:lpwstr>27bf8913-231e-4575-ab48-d933e319feff</vt:lpwstr>
  </property>
  <property fmtid="{D5CDD505-2E9C-101B-9397-08002B2CF9AE}" pid="10" name="Order">
    <vt:r8>1533300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</Properties>
</file>